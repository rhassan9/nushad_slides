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7" r:id="rId1"/>
  </p:sldMasterIdLst>
  <p:notesMasterIdLst>
    <p:notesMasterId r:id="rId45"/>
  </p:notesMasterIdLst>
  <p:handoutMasterIdLst>
    <p:handoutMasterId r:id="rId46"/>
  </p:handoutMasterIdLst>
  <p:sldIdLst>
    <p:sldId id="256" r:id="rId2"/>
    <p:sldId id="264" r:id="rId3"/>
    <p:sldId id="263" r:id="rId4"/>
    <p:sldId id="259" r:id="rId5"/>
    <p:sldId id="265" r:id="rId6"/>
    <p:sldId id="321" r:id="rId7"/>
    <p:sldId id="266" r:id="rId8"/>
    <p:sldId id="289" r:id="rId9"/>
    <p:sldId id="290" r:id="rId10"/>
    <p:sldId id="300" r:id="rId11"/>
    <p:sldId id="302" r:id="rId12"/>
    <p:sldId id="304" r:id="rId13"/>
    <p:sldId id="296" r:id="rId14"/>
    <p:sldId id="301" r:id="rId15"/>
    <p:sldId id="305" r:id="rId16"/>
    <p:sldId id="306" r:id="rId17"/>
    <p:sldId id="307" r:id="rId18"/>
    <p:sldId id="308" r:id="rId19"/>
    <p:sldId id="309" r:id="rId20"/>
    <p:sldId id="310" r:id="rId21"/>
    <p:sldId id="311" r:id="rId22"/>
    <p:sldId id="312" r:id="rId23"/>
    <p:sldId id="313" r:id="rId24"/>
    <p:sldId id="314" r:id="rId25"/>
    <p:sldId id="315" r:id="rId26"/>
    <p:sldId id="316" r:id="rId27"/>
    <p:sldId id="317" r:id="rId28"/>
    <p:sldId id="318" r:id="rId29"/>
    <p:sldId id="299" r:id="rId30"/>
    <p:sldId id="276" r:id="rId31"/>
    <p:sldId id="277" r:id="rId32"/>
    <p:sldId id="278" r:id="rId33"/>
    <p:sldId id="279" r:id="rId34"/>
    <p:sldId id="280" r:id="rId35"/>
    <p:sldId id="281" r:id="rId36"/>
    <p:sldId id="282" r:id="rId37"/>
    <p:sldId id="319" r:id="rId38"/>
    <p:sldId id="284" r:id="rId39"/>
    <p:sldId id="285" r:id="rId40"/>
    <p:sldId id="286" r:id="rId41"/>
    <p:sldId id="320" r:id="rId42"/>
    <p:sldId id="283" r:id="rId43"/>
    <p:sldId id="262" r:id="rId4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D8C93"/>
    <a:srgbClr val="FFFEF0"/>
    <a:srgbClr val="FFFDE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CF4D46E-E998-7905-1630-388CB0FD9273}" v="2" dt="2026-01-30T08:07:03.96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2944" autoAdjust="0"/>
  </p:normalViewPr>
  <p:slideViewPr>
    <p:cSldViewPr snapToGrid="0">
      <p:cViewPr varScale="1">
        <p:scale>
          <a:sx n="69" d="100"/>
          <a:sy n="69" d="100"/>
        </p:scale>
        <p:origin x="1200" y="44"/>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51" Type="http://schemas.microsoft.com/office/2015/10/relationships/revisionInfo" Target="revisionInfo.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handoutMaster" Target="handoutMasters/handout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428AAF9-B83B-4209-8B19-276DF2AE7270}" type="doc">
      <dgm:prSet loTypeId="urn:microsoft.com/office/officeart/2005/8/layout/cycle6" loCatId="cycle" qsTypeId="urn:microsoft.com/office/officeart/2005/8/quickstyle/simple1" qsCatId="simple" csTypeId="urn:microsoft.com/office/officeart/2005/8/colors/accent1_2" csCatId="accent1" phldr="1"/>
      <dgm:spPr/>
      <dgm:t>
        <a:bodyPr/>
        <a:lstStyle/>
        <a:p>
          <a:endParaRPr lang="en-GB"/>
        </a:p>
      </dgm:t>
    </dgm:pt>
    <dgm:pt modelId="{D272D244-C975-464A-BA5B-8576FD88979E}">
      <dgm:prSet phldrT="[Text]" custT="1"/>
      <dgm:spPr/>
      <dgm:t>
        <a:bodyPr/>
        <a:lstStyle/>
        <a:p>
          <a:r>
            <a:rPr lang="en-GB" sz="2000">
              <a:solidFill>
                <a:srgbClr val="0070C0"/>
              </a:solidFill>
            </a:rPr>
            <a:t>Plant</a:t>
          </a:r>
        </a:p>
      </dgm:t>
    </dgm:pt>
    <dgm:pt modelId="{FFF14AFC-3E21-49AA-8069-481185437387}" type="parTrans" cxnId="{46FFE146-4F48-4E53-B938-26BFFCF718B1}">
      <dgm:prSet/>
      <dgm:spPr/>
      <dgm:t>
        <a:bodyPr/>
        <a:lstStyle/>
        <a:p>
          <a:endParaRPr lang="en-GB"/>
        </a:p>
      </dgm:t>
    </dgm:pt>
    <dgm:pt modelId="{63FDADC7-68EF-4AA1-A840-96F26D13FE87}" type="sibTrans" cxnId="{46FFE146-4F48-4E53-B938-26BFFCF718B1}">
      <dgm:prSet/>
      <dgm:spPr/>
      <dgm:t>
        <a:bodyPr/>
        <a:lstStyle/>
        <a:p>
          <a:endParaRPr lang="en-GB"/>
        </a:p>
      </dgm:t>
    </dgm:pt>
    <dgm:pt modelId="{3FC634E1-4212-4FAF-B5FE-79F31C4F0C28}">
      <dgm:prSet phldrT="[Text]" custT="1"/>
      <dgm:spPr/>
      <dgm:t>
        <a:bodyPr/>
        <a:lstStyle/>
        <a:p>
          <a:r>
            <a:rPr lang="en-GB" sz="1400">
              <a:solidFill>
                <a:srgbClr val="00B050"/>
              </a:solidFill>
            </a:rPr>
            <a:t>Resource Investigator</a:t>
          </a:r>
        </a:p>
      </dgm:t>
    </dgm:pt>
    <dgm:pt modelId="{98D4BB4A-E9F8-4C28-92E8-80384E5E3808}" type="parTrans" cxnId="{AD9BC056-964F-40C5-8247-7FA51043C831}">
      <dgm:prSet/>
      <dgm:spPr/>
      <dgm:t>
        <a:bodyPr/>
        <a:lstStyle/>
        <a:p>
          <a:endParaRPr lang="en-GB"/>
        </a:p>
      </dgm:t>
    </dgm:pt>
    <dgm:pt modelId="{5893E901-63B6-4332-9D46-E0B66D3EC878}" type="sibTrans" cxnId="{AD9BC056-964F-40C5-8247-7FA51043C831}">
      <dgm:prSet/>
      <dgm:spPr/>
      <dgm:t>
        <a:bodyPr/>
        <a:lstStyle/>
        <a:p>
          <a:endParaRPr lang="en-GB"/>
        </a:p>
      </dgm:t>
    </dgm:pt>
    <dgm:pt modelId="{37272A98-211C-4203-805A-FE10AD79E924}">
      <dgm:prSet phldrT="[Text]" custT="1"/>
      <dgm:spPr/>
      <dgm:t>
        <a:bodyPr/>
        <a:lstStyle/>
        <a:p>
          <a:r>
            <a:rPr lang="en-GB" sz="1800">
              <a:solidFill>
                <a:srgbClr val="00B050"/>
              </a:solidFill>
            </a:rPr>
            <a:t>Co-ordinator</a:t>
          </a:r>
        </a:p>
      </dgm:t>
    </dgm:pt>
    <dgm:pt modelId="{F9977C5F-2108-47FD-BF7D-EF0C8F2DA8FB}" type="parTrans" cxnId="{FEC5628F-D43A-4570-8DB9-A9D3F8AFC301}">
      <dgm:prSet/>
      <dgm:spPr/>
      <dgm:t>
        <a:bodyPr/>
        <a:lstStyle/>
        <a:p>
          <a:endParaRPr lang="en-GB"/>
        </a:p>
      </dgm:t>
    </dgm:pt>
    <dgm:pt modelId="{DB44DE42-5F6D-4C0B-AF5E-2CFC10DDDDF1}" type="sibTrans" cxnId="{FEC5628F-D43A-4570-8DB9-A9D3F8AFC301}">
      <dgm:prSet/>
      <dgm:spPr/>
      <dgm:t>
        <a:bodyPr/>
        <a:lstStyle/>
        <a:p>
          <a:endParaRPr lang="en-GB"/>
        </a:p>
      </dgm:t>
    </dgm:pt>
    <dgm:pt modelId="{BACB6BF6-E068-4602-83AC-3BB2C4EF0F34}">
      <dgm:prSet phldrT="[Text]" custT="1"/>
      <dgm:spPr/>
      <dgm:t>
        <a:bodyPr/>
        <a:lstStyle/>
        <a:p>
          <a:r>
            <a:rPr lang="en-GB" sz="1800">
              <a:solidFill>
                <a:srgbClr val="0070C0"/>
              </a:solidFill>
            </a:rPr>
            <a:t>Monitor Evaluator</a:t>
          </a:r>
        </a:p>
      </dgm:t>
    </dgm:pt>
    <dgm:pt modelId="{36B31F9F-A4E2-4AD7-8E01-554F9F8B3854}" type="parTrans" cxnId="{5252A20F-00F1-4F75-8FE3-44F8DF2AABDC}">
      <dgm:prSet/>
      <dgm:spPr/>
      <dgm:t>
        <a:bodyPr/>
        <a:lstStyle/>
        <a:p>
          <a:endParaRPr lang="en-GB"/>
        </a:p>
      </dgm:t>
    </dgm:pt>
    <dgm:pt modelId="{6E6DF88F-E799-4094-8B0D-91EA0AAEE985}" type="sibTrans" cxnId="{5252A20F-00F1-4F75-8FE3-44F8DF2AABDC}">
      <dgm:prSet/>
      <dgm:spPr/>
      <dgm:t>
        <a:bodyPr/>
        <a:lstStyle/>
        <a:p>
          <a:endParaRPr lang="en-GB"/>
        </a:p>
      </dgm:t>
    </dgm:pt>
    <dgm:pt modelId="{D55F93F1-09B4-49B5-BC8F-A4518727D883}">
      <dgm:prSet phldrT="[Text]" custT="1"/>
      <dgm:spPr/>
      <dgm:t>
        <a:bodyPr/>
        <a:lstStyle/>
        <a:p>
          <a:r>
            <a:rPr lang="en-GB" sz="1800">
              <a:solidFill>
                <a:srgbClr val="FF0000"/>
              </a:solidFill>
            </a:rPr>
            <a:t>I</a:t>
          </a:r>
          <a:r>
            <a:rPr lang="en-GB" sz="1400">
              <a:solidFill>
                <a:srgbClr val="FF0000"/>
              </a:solidFill>
            </a:rPr>
            <a:t>mplementer</a:t>
          </a:r>
        </a:p>
      </dgm:t>
    </dgm:pt>
    <dgm:pt modelId="{AE413721-1D06-4128-8879-E7DC4DA9FF08}" type="parTrans" cxnId="{B1B9C66C-91BB-4385-BCDA-4DE6316387FC}">
      <dgm:prSet/>
      <dgm:spPr/>
      <dgm:t>
        <a:bodyPr/>
        <a:lstStyle/>
        <a:p>
          <a:endParaRPr lang="en-GB"/>
        </a:p>
      </dgm:t>
    </dgm:pt>
    <dgm:pt modelId="{C975C5F6-AE73-46A7-86C6-98AB1CBE53E8}" type="sibTrans" cxnId="{B1B9C66C-91BB-4385-BCDA-4DE6316387FC}">
      <dgm:prSet/>
      <dgm:spPr/>
      <dgm:t>
        <a:bodyPr/>
        <a:lstStyle/>
        <a:p>
          <a:endParaRPr lang="en-GB"/>
        </a:p>
      </dgm:t>
    </dgm:pt>
    <dgm:pt modelId="{D156A04E-F414-4718-96B7-F8512E3943A7}">
      <dgm:prSet phldrT="[Text]" custT="1"/>
      <dgm:spPr/>
      <dgm:t>
        <a:bodyPr/>
        <a:lstStyle/>
        <a:p>
          <a:r>
            <a:rPr lang="en-GB" sz="1800">
              <a:solidFill>
                <a:srgbClr val="FF0000"/>
              </a:solidFill>
            </a:rPr>
            <a:t>Shaper</a:t>
          </a:r>
        </a:p>
      </dgm:t>
    </dgm:pt>
    <dgm:pt modelId="{BBB3A7E1-9FEF-4633-8E4C-2D3D1F9D5CF6}" type="parTrans" cxnId="{70A95802-44A6-426F-90FD-587740C7D872}">
      <dgm:prSet/>
      <dgm:spPr/>
      <dgm:t>
        <a:bodyPr/>
        <a:lstStyle/>
        <a:p>
          <a:endParaRPr lang="en-GB"/>
        </a:p>
      </dgm:t>
    </dgm:pt>
    <dgm:pt modelId="{BB916E5D-BD09-4E38-8B15-A0C7A4BACE47}" type="sibTrans" cxnId="{70A95802-44A6-426F-90FD-587740C7D872}">
      <dgm:prSet/>
      <dgm:spPr/>
      <dgm:t>
        <a:bodyPr/>
        <a:lstStyle/>
        <a:p>
          <a:endParaRPr lang="en-GB"/>
        </a:p>
      </dgm:t>
    </dgm:pt>
    <dgm:pt modelId="{EAA19CA7-01EE-404A-8389-D617BC99CE57}">
      <dgm:prSet phldrT="[Text]" custT="1"/>
      <dgm:spPr/>
      <dgm:t>
        <a:bodyPr/>
        <a:lstStyle/>
        <a:p>
          <a:r>
            <a:rPr lang="en-GB" sz="1400">
              <a:solidFill>
                <a:srgbClr val="FF0000"/>
              </a:solidFill>
            </a:rPr>
            <a:t>Completer/Finisher</a:t>
          </a:r>
        </a:p>
      </dgm:t>
    </dgm:pt>
    <dgm:pt modelId="{FD446717-C25F-4E26-B8E2-C3843361C222}" type="parTrans" cxnId="{F1183AA2-87D6-48B7-A7D4-8EA0F146CE91}">
      <dgm:prSet/>
      <dgm:spPr/>
      <dgm:t>
        <a:bodyPr/>
        <a:lstStyle/>
        <a:p>
          <a:endParaRPr lang="en-GB"/>
        </a:p>
      </dgm:t>
    </dgm:pt>
    <dgm:pt modelId="{CDC98337-7A42-4897-8881-88FFB4F84116}" type="sibTrans" cxnId="{F1183AA2-87D6-48B7-A7D4-8EA0F146CE91}">
      <dgm:prSet/>
      <dgm:spPr/>
      <dgm:t>
        <a:bodyPr/>
        <a:lstStyle/>
        <a:p>
          <a:endParaRPr lang="en-GB"/>
        </a:p>
      </dgm:t>
    </dgm:pt>
    <dgm:pt modelId="{D0AA1A8E-1678-4EA6-B289-9738EE88AE79}">
      <dgm:prSet phldrT="[Text]" custT="1"/>
      <dgm:spPr/>
      <dgm:t>
        <a:bodyPr/>
        <a:lstStyle/>
        <a:p>
          <a:r>
            <a:rPr lang="en-GB" sz="1800">
              <a:solidFill>
                <a:srgbClr val="00B050"/>
              </a:solidFill>
            </a:rPr>
            <a:t>Team worker</a:t>
          </a:r>
        </a:p>
      </dgm:t>
    </dgm:pt>
    <dgm:pt modelId="{78666FE5-2068-40AC-82C9-688093251279}" type="parTrans" cxnId="{7767F05C-0804-440F-AB9F-54E9BA57751A}">
      <dgm:prSet/>
      <dgm:spPr/>
      <dgm:t>
        <a:bodyPr/>
        <a:lstStyle/>
        <a:p>
          <a:endParaRPr lang="en-GB"/>
        </a:p>
      </dgm:t>
    </dgm:pt>
    <dgm:pt modelId="{28A2CFCC-7DA4-4405-95E5-B8E6D6AAEFE7}" type="sibTrans" cxnId="{7767F05C-0804-440F-AB9F-54E9BA57751A}">
      <dgm:prSet/>
      <dgm:spPr/>
      <dgm:t>
        <a:bodyPr/>
        <a:lstStyle/>
        <a:p>
          <a:endParaRPr lang="en-GB"/>
        </a:p>
      </dgm:t>
    </dgm:pt>
    <dgm:pt modelId="{2B72A7EC-BABC-4DBF-A626-22DBE2FA39DA}">
      <dgm:prSet phldrT="[Text]" custT="1"/>
      <dgm:spPr/>
      <dgm:t>
        <a:bodyPr/>
        <a:lstStyle/>
        <a:p>
          <a:r>
            <a:rPr lang="en-GB" sz="1600">
              <a:solidFill>
                <a:srgbClr val="0070C0"/>
              </a:solidFill>
            </a:rPr>
            <a:t>S</a:t>
          </a:r>
          <a:r>
            <a:rPr lang="en-GB" sz="1400">
              <a:solidFill>
                <a:srgbClr val="0070C0"/>
              </a:solidFill>
            </a:rPr>
            <a:t>pecialist</a:t>
          </a:r>
        </a:p>
      </dgm:t>
    </dgm:pt>
    <dgm:pt modelId="{3E056F8C-3506-4683-9E2F-DEDFCF01210A}" type="parTrans" cxnId="{6E4ED0CC-EE6D-4563-989B-BA54CBDD8E20}">
      <dgm:prSet/>
      <dgm:spPr/>
      <dgm:t>
        <a:bodyPr/>
        <a:lstStyle/>
        <a:p>
          <a:endParaRPr lang="en-GB"/>
        </a:p>
      </dgm:t>
    </dgm:pt>
    <dgm:pt modelId="{3C6C93B9-BD9C-466A-AC5D-B487577A7C2F}" type="sibTrans" cxnId="{6E4ED0CC-EE6D-4563-989B-BA54CBDD8E20}">
      <dgm:prSet/>
      <dgm:spPr/>
      <dgm:t>
        <a:bodyPr/>
        <a:lstStyle/>
        <a:p>
          <a:endParaRPr lang="en-GB"/>
        </a:p>
      </dgm:t>
    </dgm:pt>
    <dgm:pt modelId="{5CC92172-DF87-4EAA-A3AC-7BD1983DB619}" type="pres">
      <dgm:prSet presAssocID="{6428AAF9-B83B-4209-8B19-276DF2AE7270}" presName="cycle" presStyleCnt="0">
        <dgm:presLayoutVars>
          <dgm:dir/>
          <dgm:resizeHandles val="exact"/>
        </dgm:presLayoutVars>
      </dgm:prSet>
      <dgm:spPr/>
    </dgm:pt>
    <dgm:pt modelId="{B996841F-1E68-440F-83D5-438FA6671EBA}" type="pres">
      <dgm:prSet presAssocID="{D272D244-C975-464A-BA5B-8576FD88979E}" presName="node" presStyleLbl="node1" presStyleIdx="0" presStyleCnt="9">
        <dgm:presLayoutVars>
          <dgm:bulletEnabled val="1"/>
        </dgm:presLayoutVars>
      </dgm:prSet>
      <dgm:spPr/>
    </dgm:pt>
    <dgm:pt modelId="{9C08785C-B3A2-467F-937E-69C88EF505C0}" type="pres">
      <dgm:prSet presAssocID="{D272D244-C975-464A-BA5B-8576FD88979E}" presName="spNode" presStyleCnt="0"/>
      <dgm:spPr/>
    </dgm:pt>
    <dgm:pt modelId="{1AB89226-9A12-4872-BCBD-EAADCC14C51A}" type="pres">
      <dgm:prSet presAssocID="{63FDADC7-68EF-4AA1-A840-96F26D13FE87}" presName="sibTrans" presStyleLbl="sibTrans1D1" presStyleIdx="0" presStyleCnt="9"/>
      <dgm:spPr/>
    </dgm:pt>
    <dgm:pt modelId="{43025D03-7FC5-4326-A62B-2D4BCB0D23D6}" type="pres">
      <dgm:prSet presAssocID="{3FC634E1-4212-4FAF-B5FE-79F31C4F0C28}" presName="node" presStyleLbl="node1" presStyleIdx="1" presStyleCnt="9" custScaleX="144969" custScaleY="160319" custRadScaleRad="99088" custRadScaleInc="-4743">
        <dgm:presLayoutVars>
          <dgm:bulletEnabled val="1"/>
        </dgm:presLayoutVars>
      </dgm:prSet>
      <dgm:spPr/>
    </dgm:pt>
    <dgm:pt modelId="{17DAE633-5903-4B60-AE7F-FEFF44795A6D}" type="pres">
      <dgm:prSet presAssocID="{3FC634E1-4212-4FAF-B5FE-79F31C4F0C28}" presName="spNode" presStyleCnt="0"/>
      <dgm:spPr/>
    </dgm:pt>
    <dgm:pt modelId="{A38EC101-065D-4597-897A-07269966263C}" type="pres">
      <dgm:prSet presAssocID="{5893E901-63B6-4332-9D46-E0B66D3EC878}" presName="sibTrans" presStyleLbl="sibTrans1D1" presStyleIdx="1" presStyleCnt="9"/>
      <dgm:spPr/>
    </dgm:pt>
    <dgm:pt modelId="{DE0C91BC-E7A1-49B1-B1B9-03A4EBFC9BDC}" type="pres">
      <dgm:prSet presAssocID="{37272A98-211C-4203-805A-FE10AD79E924}" presName="node" presStyleLbl="node1" presStyleIdx="2" presStyleCnt="9" custScaleX="193081">
        <dgm:presLayoutVars>
          <dgm:bulletEnabled val="1"/>
        </dgm:presLayoutVars>
      </dgm:prSet>
      <dgm:spPr/>
    </dgm:pt>
    <dgm:pt modelId="{6CC4EEE6-30D7-4C55-927B-0414AA7C3D22}" type="pres">
      <dgm:prSet presAssocID="{37272A98-211C-4203-805A-FE10AD79E924}" presName="spNode" presStyleCnt="0"/>
      <dgm:spPr/>
    </dgm:pt>
    <dgm:pt modelId="{40EC7BF2-31E4-4D81-8730-387456F5C982}" type="pres">
      <dgm:prSet presAssocID="{DB44DE42-5F6D-4C0B-AF5E-2CFC10DDDDF1}" presName="sibTrans" presStyleLbl="sibTrans1D1" presStyleIdx="2" presStyleCnt="9"/>
      <dgm:spPr/>
    </dgm:pt>
    <dgm:pt modelId="{A2EC0D8C-ACE2-4676-84D2-E33D784B011A}" type="pres">
      <dgm:prSet presAssocID="{D156A04E-F414-4718-96B7-F8512E3943A7}" presName="node" presStyleLbl="node1" presStyleIdx="3" presStyleCnt="9" custScaleX="197065" custRadScaleRad="99345" custRadScaleInc="2574">
        <dgm:presLayoutVars>
          <dgm:bulletEnabled val="1"/>
        </dgm:presLayoutVars>
      </dgm:prSet>
      <dgm:spPr/>
    </dgm:pt>
    <dgm:pt modelId="{90D19294-4FAC-4AEB-ACCD-306499E5C697}" type="pres">
      <dgm:prSet presAssocID="{D156A04E-F414-4718-96B7-F8512E3943A7}" presName="spNode" presStyleCnt="0"/>
      <dgm:spPr/>
    </dgm:pt>
    <dgm:pt modelId="{392641C4-B015-43B5-88E2-3551C2809AF1}" type="pres">
      <dgm:prSet presAssocID="{BB916E5D-BD09-4E38-8B15-A0C7A4BACE47}" presName="sibTrans" presStyleLbl="sibTrans1D1" presStyleIdx="3" presStyleCnt="9"/>
      <dgm:spPr/>
    </dgm:pt>
    <dgm:pt modelId="{A0119CAB-EFBC-4D1B-8722-8BA9F82723B7}" type="pres">
      <dgm:prSet presAssocID="{BACB6BF6-E068-4602-83AC-3BB2C4EF0F34}" presName="node" presStyleLbl="node1" presStyleIdx="4" presStyleCnt="9" custScaleX="169704" custScaleY="147684" custRadScaleRad="100754" custRadScaleInc="-8927">
        <dgm:presLayoutVars>
          <dgm:bulletEnabled val="1"/>
        </dgm:presLayoutVars>
      </dgm:prSet>
      <dgm:spPr/>
    </dgm:pt>
    <dgm:pt modelId="{1EF58EE2-1D2F-43B7-80F2-1EE7F5F24ACB}" type="pres">
      <dgm:prSet presAssocID="{BACB6BF6-E068-4602-83AC-3BB2C4EF0F34}" presName="spNode" presStyleCnt="0"/>
      <dgm:spPr/>
    </dgm:pt>
    <dgm:pt modelId="{0C4491C9-8D0F-4889-84CD-E05EE2945CA3}" type="pres">
      <dgm:prSet presAssocID="{6E6DF88F-E799-4094-8B0D-91EA0AAEE985}" presName="sibTrans" presStyleLbl="sibTrans1D1" presStyleIdx="4" presStyleCnt="9"/>
      <dgm:spPr/>
    </dgm:pt>
    <dgm:pt modelId="{9B7BF783-2DB6-4C08-A48E-2974AD7F39CF}" type="pres">
      <dgm:prSet presAssocID="{D0AA1A8E-1678-4EA6-B289-9738EE88AE79}" presName="node" presStyleLbl="node1" presStyleIdx="5" presStyleCnt="9" custScaleX="129776" custScaleY="171950">
        <dgm:presLayoutVars>
          <dgm:bulletEnabled val="1"/>
        </dgm:presLayoutVars>
      </dgm:prSet>
      <dgm:spPr/>
    </dgm:pt>
    <dgm:pt modelId="{ABAA1DDA-75DC-4A2D-9EB7-BCFDD49042AE}" type="pres">
      <dgm:prSet presAssocID="{D0AA1A8E-1678-4EA6-B289-9738EE88AE79}" presName="spNode" presStyleCnt="0"/>
      <dgm:spPr/>
    </dgm:pt>
    <dgm:pt modelId="{726895EA-3799-438A-8948-4FED9D770412}" type="pres">
      <dgm:prSet presAssocID="{28A2CFCC-7DA4-4405-95E5-B8E6D6AAEFE7}" presName="sibTrans" presStyleLbl="sibTrans1D1" presStyleIdx="5" presStyleCnt="9"/>
      <dgm:spPr/>
    </dgm:pt>
    <dgm:pt modelId="{5D75FE1A-2014-4A91-ABE0-8408A83C9AE9}" type="pres">
      <dgm:prSet presAssocID="{D55F93F1-09B4-49B5-BC8F-A4518727D883}" presName="node" presStyleLbl="node1" presStyleIdx="6" presStyleCnt="9" custFlipVert="0" custScaleX="154540" custScaleY="100000" custRadScaleRad="98249" custRadScaleInc="-21896">
        <dgm:presLayoutVars>
          <dgm:bulletEnabled val="1"/>
        </dgm:presLayoutVars>
      </dgm:prSet>
      <dgm:spPr/>
    </dgm:pt>
    <dgm:pt modelId="{72B81752-F228-4180-88CA-3452814FE871}" type="pres">
      <dgm:prSet presAssocID="{D55F93F1-09B4-49B5-BC8F-A4518727D883}" presName="spNode" presStyleCnt="0"/>
      <dgm:spPr/>
    </dgm:pt>
    <dgm:pt modelId="{93EFAA27-CE27-43AA-83FA-6406A5EF7DAB}" type="pres">
      <dgm:prSet presAssocID="{C975C5F6-AE73-46A7-86C6-98AB1CBE53E8}" presName="sibTrans" presStyleLbl="sibTrans1D1" presStyleIdx="6" presStyleCnt="9"/>
      <dgm:spPr/>
    </dgm:pt>
    <dgm:pt modelId="{3C741082-44A4-42FB-A44E-B1F9DE3AE5C5}" type="pres">
      <dgm:prSet presAssocID="{EAA19CA7-01EE-404A-8389-D617BC99CE57}" presName="node" presStyleLbl="node1" presStyleIdx="7" presStyleCnt="9" custScaleX="135898" custScaleY="170501">
        <dgm:presLayoutVars>
          <dgm:bulletEnabled val="1"/>
        </dgm:presLayoutVars>
      </dgm:prSet>
      <dgm:spPr/>
    </dgm:pt>
    <dgm:pt modelId="{B8F5B838-49C5-47C2-941E-A199E5E29578}" type="pres">
      <dgm:prSet presAssocID="{EAA19CA7-01EE-404A-8389-D617BC99CE57}" presName="spNode" presStyleCnt="0"/>
      <dgm:spPr/>
    </dgm:pt>
    <dgm:pt modelId="{F50CC918-C569-46B8-B689-56331A531413}" type="pres">
      <dgm:prSet presAssocID="{CDC98337-7A42-4897-8881-88FFB4F84116}" presName="sibTrans" presStyleLbl="sibTrans1D1" presStyleIdx="7" presStyleCnt="9"/>
      <dgm:spPr/>
    </dgm:pt>
    <dgm:pt modelId="{DCB00B6E-0756-45F9-9782-F88059295B85}" type="pres">
      <dgm:prSet presAssocID="{2B72A7EC-BABC-4DBF-A626-22DBE2FA39DA}" presName="node" presStyleLbl="node1" presStyleIdx="8" presStyleCnt="9" custScaleX="127536">
        <dgm:presLayoutVars>
          <dgm:bulletEnabled val="1"/>
        </dgm:presLayoutVars>
      </dgm:prSet>
      <dgm:spPr/>
    </dgm:pt>
    <dgm:pt modelId="{6BE6E177-4E69-40D9-B225-F16CE7F652F2}" type="pres">
      <dgm:prSet presAssocID="{2B72A7EC-BABC-4DBF-A626-22DBE2FA39DA}" presName="spNode" presStyleCnt="0"/>
      <dgm:spPr/>
    </dgm:pt>
    <dgm:pt modelId="{D815692C-6644-42F3-9594-10D407114276}" type="pres">
      <dgm:prSet presAssocID="{3C6C93B9-BD9C-466A-AC5D-B487577A7C2F}" presName="sibTrans" presStyleLbl="sibTrans1D1" presStyleIdx="8" presStyleCnt="9"/>
      <dgm:spPr/>
    </dgm:pt>
  </dgm:ptLst>
  <dgm:cxnLst>
    <dgm:cxn modelId="{70A95802-44A6-426F-90FD-587740C7D872}" srcId="{6428AAF9-B83B-4209-8B19-276DF2AE7270}" destId="{D156A04E-F414-4718-96B7-F8512E3943A7}" srcOrd="3" destOrd="0" parTransId="{BBB3A7E1-9FEF-4633-8E4C-2D3D1F9D5CF6}" sibTransId="{BB916E5D-BD09-4E38-8B15-A0C7A4BACE47}"/>
    <dgm:cxn modelId="{84C57506-0686-4261-A76C-70C90CF399A3}" type="presOf" srcId="{3C6C93B9-BD9C-466A-AC5D-B487577A7C2F}" destId="{D815692C-6644-42F3-9594-10D407114276}" srcOrd="0" destOrd="0" presId="urn:microsoft.com/office/officeart/2005/8/layout/cycle6"/>
    <dgm:cxn modelId="{5252A20F-00F1-4F75-8FE3-44F8DF2AABDC}" srcId="{6428AAF9-B83B-4209-8B19-276DF2AE7270}" destId="{BACB6BF6-E068-4602-83AC-3BB2C4EF0F34}" srcOrd="4" destOrd="0" parTransId="{36B31F9F-A4E2-4AD7-8E01-554F9F8B3854}" sibTransId="{6E6DF88F-E799-4094-8B0D-91EA0AAEE985}"/>
    <dgm:cxn modelId="{78866721-F1FB-45C7-A819-3F5D7B003F77}" type="presOf" srcId="{CDC98337-7A42-4897-8881-88FFB4F84116}" destId="{F50CC918-C569-46B8-B689-56331A531413}" srcOrd="0" destOrd="0" presId="urn:microsoft.com/office/officeart/2005/8/layout/cycle6"/>
    <dgm:cxn modelId="{8DAD3B2C-8BD6-4E1D-81E9-BB03E414E834}" type="presOf" srcId="{6428AAF9-B83B-4209-8B19-276DF2AE7270}" destId="{5CC92172-DF87-4EAA-A3AC-7BD1983DB619}" srcOrd="0" destOrd="0" presId="urn:microsoft.com/office/officeart/2005/8/layout/cycle6"/>
    <dgm:cxn modelId="{EB519A2C-E763-4BF5-873F-FFBFBE72E75D}" type="presOf" srcId="{3FC634E1-4212-4FAF-B5FE-79F31C4F0C28}" destId="{43025D03-7FC5-4326-A62B-2D4BCB0D23D6}" srcOrd="0" destOrd="0" presId="urn:microsoft.com/office/officeart/2005/8/layout/cycle6"/>
    <dgm:cxn modelId="{5771A05B-8F5F-4BD5-AC1D-7583DAD61EFE}" type="presOf" srcId="{BACB6BF6-E068-4602-83AC-3BB2C4EF0F34}" destId="{A0119CAB-EFBC-4D1B-8722-8BA9F82723B7}" srcOrd="0" destOrd="0" presId="urn:microsoft.com/office/officeart/2005/8/layout/cycle6"/>
    <dgm:cxn modelId="{7767F05C-0804-440F-AB9F-54E9BA57751A}" srcId="{6428AAF9-B83B-4209-8B19-276DF2AE7270}" destId="{D0AA1A8E-1678-4EA6-B289-9738EE88AE79}" srcOrd="5" destOrd="0" parTransId="{78666FE5-2068-40AC-82C9-688093251279}" sibTransId="{28A2CFCC-7DA4-4405-95E5-B8E6D6AAEFE7}"/>
    <dgm:cxn modelId="{E17AFE60-8763-4AC3-8E5A-1CC6A86592ED}" type="presOf" srcId="{D0AA1A8E-1678-4EA6-B289-9738EE88AE79}" destId="{9B7BF783-2DB6-4C08-A48E-2974AD7F39CF}" srcOrd="0" destOrd="0" presId="urn:microsoft.com/office/officeart/2005/8/layout/cycle6"/>
    <dgm:cxn modelId="{46FFE146-4F48-4E53-B938-26BFFCF718B1}" srcId="{6428AAF9-B83B-4209-8B19-276DF2AE7270}" destId="{D272D244-C975-464A-BA5B-8576FD88979E}" srcOrd="0" destOrd="0" parTransId="{FFF14AFC-3E21-49AA-8069-481185437387}" sibTransId="{63FDADC7-68EF-4AA1-A840-96F26D13FE87}"/>
    <dgm:cxn modelId="{B1B9C66C-91BB-4385-BCDA-4DE6316387FC}" srcId="{6428AAF9-B83B-4209-8B19-276DF2AE7270}" destId="{D55F93F1-09B4-49B5-BC8F-A4518727D883}" srcOrd="6" destOrd="0" parTransId="{AE413721-1D06-4128-8879-E7DC4DA9FF08}" sibTransId="{C975C5F6-AE73-46A7-86C6-98AB1CBE53E8}"/>
    <dgm:cxn modelId="{AD9BC056-964F-40C5-8247-7FA51043C831}" srcId="{6428AAF9-B83B-4209-8B19-276DF2AE7270}" destId="{3FC634E1-4212-4FAF-B5FE-79F31C4F0C28}" srcOrd="1" destOrd="0" parTransId="{98D4BB4A-E9F8-4C28-92E8-80384E5E3808}" sibTransId="{5893E901-63B6-4332-9D46-E0B66D3EC878}"/>
    <dgm:cxn modelId="{16ED7380-5B15-45DD-9841-24B18EC77298}" type="presOf" srcId="{37272A98-211C-4203-805A-FE10AD79E924}" destId="{DE0C91BC-E7A1-49B1-B1B9-03A4EBFC9BDC}" srcOrd="0" destOrd="0" presId="urn:microsoft.com/office/officeart/2005/8/layout/cycle6"/>
    <dgm:cxn modelId="{40C2AA83-BF21-4D75-AD3F-26E24EF1AD96}" type="presOf" srcId="{C975C5F6-AE73-46A7-86C6-98AB1CBE53E8}" destId="{93EFAA27-CE27-43AA-83FA-6406A5EF7DAB}" srcOrd="0" destOrd="0" presId="urn:microsoft.com/office/officeart/2005/8/layout/cycle6"/>
    <dgm:cxn modelId="{33C5078E-90E6-44BE-97D3-432319B8FC01}" type="presOf" srcId="{BB916E5D-BD09-4E38-8B15-A0C7A4BACE47}" destId="{392641C4-B015-43B5-88E2-3551C2809AF1}" srcOrd="0" destOrd="0" presId="urn:microsoft.com/office/officeart/2005/8/layout/cycle6"/>
    <dgm:cxn modelId="{D750228F-2EA7-4ADB-BB15-CF5C26FBCF50}" type="presOf" srcId="{6E6DF88F-E799-4094-8B0D-91EA0AAEE985}" destId="{0C4491C9-8D0F-4889-84CD-E05EE2945CA3}" srcOrd="0" destOrd="0" presId="urn:microsoft.com/office/officeart/2005/8/layout/cycle6"/>
    <dgm:cxn modelId="{FEC5628F-D43A-4570-8DB9-A9D3F8AFC301}" srcId="{6428AAF9-B83B-4209-8B19-276DF2AE7270}" destId="{37272A98-211C-4203-805A-FE10AD79E924}" srcOrd="2" destOrd="0" parTransId="{F9977C5F-2108-47FD-BF7D-EF0C8F2DA8FB}" sibTransId="{DB44DE42-5F6D-4C0B-AF5E-2CFC10DDDDF1}"/>
    <dgm:cxn modelId="{64802994-D645-4F7C-B2CD-B515262C3EBF}" type="presOf" srcId="{D55F93F1-09B4-49B5-BC8F-A4518727D883}" destId="{5D75FE1A-2014-4A91-ABE0-8408A83C9AE9}" srcOrd="0" destOrd="0" presId="urn:microsoft.com/office/officeart/2005/8/layout/cycle6"/>
    <dgm:cxn modelId="{F1183AA2-87D6-48B7-A7D4-8EA0F146CE91}" srcId="{6428AAF9-B83B-4209-8B19-276DF2AE7270}" destId="{EAA19CA7-01EE-404A-8389-D617BC99CE57}" srcOrd="7" destOrd="0" parTransId="{FD446717-C25F-4E26-B8E2-C3843361C222}" sibTransId="{CDC98337-7A42-4897-8881-88FFB4F84116}"/>
    <dgm:cxn modelId="{C91031A5-A1DA-450A-9D88-ABCBAE2327A0}" type="presOf" srcId="{D272D244-C975-464A-BA5B-8576FD88979E}" destId="{B996841F-1E68-440F-83D5-438FA6671EBA}" srcOrd="0" destOrd="0" presId="urn:microsoft.com/office/officeart/2005/8/layout/cycle6"/>
    <dgm:cxn modelId="{BFC233A7-194B-43F0-93A2-AF17E37FA8FA}" type="presOf" srcId="{EAA19CA7-01EE-404A-8389-D617BC99CE57}" destId="{3C741082-44A4-42FB-A44E-B1F9DE3AE5C5}" srcOrd="0" destOrd="0" presId="urn:microsoft.com/office/officeart/2005/8/layout/cycle6"/>
    <dgm:cxn modelId="{7E3958AC-F0E8-4594-838F-CF668CAAFC92}" type="presOf" srcId="{5893E901-63B6-4332-9D46-E0B66D3EC878}" destId="{A38EC101-065D-4597-897A-07269966263C}" srcOrd="0" destOrd="0" presId="urn:microsoft.com/office/officeart/2005/8/layout/cycle6"/>
    <dgm:cxn modelId="{F09C4EB9-4703-43A6-B31B-558579093998}" type="presOf" srcId="{D156A04E-F414-4718-96B7-F8512E3943A7}" destId="{A2EC0D8C-ACE2-4676-84D2-E33D784B011A}" srcOrd="0" destOrd="0" presId="urn:microsoft.com/office/officeart/2005/8/layout/cycle6"/>
    <dgm:cxn modelId="{022813C1-E6A1-4561-9816-1AF4E23987D9}" type="presOf" srcId="{2B72A7EC-BABC-4DBF-A626-22DBE2FA39DA}" destId="{DCB00B6E-0756-45F9-9782-F88059295B85}" srcOrd="0" destOrd="0" presId="urn:microsoft.com/office/officeart/2005/8/layout/cycle6"/>
    <dgm:cxn modelId="{C9B241C1-4B5D-4FE9-B6FD-265ED0679D8D}" type="presOf" srcId="{63FDADC7-68EF-4AA1-A840-96F26D13FE87}" destId="{1AB89226-9A12-4872-BCBD-EAADCC14C51A}" srcOrd="0" destOrd="0" presId="urn:microsoft.com/office/officeart/2005/8/layout/cycle6"/>
    <dgm:cxn modelId="{709E63C3-06F1-4DBC-B700-F03D27C7A21B}" type="presOf" srcId="{DB44DE42-5F6D-4C0B-AF5E-2CFC10DDDDF1}" destId="{40EC7BF2-31E4-4D81-8730-387456F5C982}" srcOrd="0" destOrd="0" presId="urn:microsoft.com/office/officeart/2005/8/layout/cycle6"/>
    <dgm:cxn modelId="{6E4ED0CC-EE6D-4563-989B-BA54CBDD8E20}" srcId="{6428AAF9-B83B-4209-8B19-276DF2AE7270}" destId="{2B72A7EC-BABC-4DBF-A626-22DBE2FA39DA}" srcOrd="8" destOrd="0" parTransId="{3E056F8C-3506-4683-9E2F-DEDFCF01210A}" sibTransId="{3C6C93B9-BD9C-466A-AC5D-B487577A7C2F}"/>
    <dgm:cxn modelId="{5EE603D4-C606-4C4C-80E8-5E435F8498CC}" type="presOf" srcId="{28A2CFCC-7DA4-4405-95E5-B8E6D6AAEFE7}" destId="{726895EA-3799-438A-8948-4FED9D770412}" srcOrd="0" destOrd="0" presId="urn:microsoft.com/office/officeart/2005/8/layout/cycle6"/>
    <dgm:cxn modelId="{13C14C1B-A406-4FB9-899B-A096959E2898}" type="presParOf" srcId="{5CC92172-DF87-4EAA-A3AC-7BD1983DB619}" destId="{B996841F-1E68-440F-83D5-438FA6671EBA}" srcOrd="0" destOrd="0" presId="urn:microsoft.com/office/officeart/2005/8/layout/cycle6"/>
    <dgm:cxn modelId="{6E3CA4F6-5B32-4390-BBF0-35435D319C3B}" type="presParOf" srcId="{5CC92172-DF87-4EAA-A3AC-7BD1983DB619}" destId="{9C08785C-B3A2-467F-937E-69C88EF505C0}" srcOrd="1" destOrd="0" presId="urn:microsoft.com/office/officeart/2005/8/layout/cycle6"/>
    <dgm:cxn modelId="{6C54BDF4-B7F3-4E8B-8083-C56F8F7B32E7}" type="presParOf" srcId="{5CC92172-DF87-4EAA-A3AC-7BD1983DB619}" destId="{1AB89226-9A12-4872-BCBD-EAADCC14C51A}" srcOrd="2" destOrd="0" presId="urn:microsoft.com/office/officeart/2005/8/layout/cycle6"/>
    <dgm:cxn modelId="{5B642CD7-DF31-4AD9-9B5E-218A2EE0AF07}" type="presParOf" srcId="{5CC92172-DF87-4EAA-A3AC-7BD1983DB619}" destId="{43025D03-7FC5-4326-A62B-2D4BCB0D23D6}" srcOrd="3" destOrd="0" presId="urn:microsoft.com/office/officeart/2005/8/layout/cycle6"/>
    <dgm:cxn modelId="{FF061538-D67B-4175-B50A-2778285A2DEF}" type="presParOf" srcId="{5CC92172-DF87-4EAA-A3AC-7BD1983DB619}" destId="{17DAE633-5903-4B60-AE7F-FEFF44795A6D}" srcOrd="4" destOrd="0" presId="urn:microsoft.com/office/officeart/2005/8/layout/cycle6"/>
    <dgm:cxn modelId="{D10277DA-4141-456B-B029-72264809FD71}" type="presParOf" srcId="{5CC92172-DF87-4EAA-A3AC-7BD1983DB619}" destId="{A38EC101-065D-4597-897A-07269966263C}" srcOrd="5" destOrd="0" presId="urn:microsoft.com/office/officeart/2005/8/layout/cycle6"/>
    <dgm:cxn modelId="{7785AFAA-458D-4EB5-9373-962B595F55A7}" type="presParOf" srcId="{5CC92172-DF87-4EAA-A3AC-7BD1983DB619}" destId="{DE0C91BC-E7A1-49B1-B1B9-03A4EBFC9BDC}" srcOrd="6" destOrd="0" presId="urn:microsoft.com/office/officeart/2005/8/layout/cycle6"/>
    <dgm:cxn modelId="{2B633126-769A-4DEC-8319-8B50D3C400A9}" type="presParOf" srcId="{5CC92172-DF87-4EAA-A3AC-7BD1983DB619}" destId="{6CC4EEE6-30D7-4C55-927B-0414AA7C3D22}" srcOrd="7" destOrd="0" presId="urn:microsoft.com/office/officeart/2005/8/layout/cycle6"/>
    <dgm:cxn modelId="{B89B070B-E43F-4DB9-B6B3-A8861C17B788}" type="presParOf" srcId="{5CC92172-DF87-4EAA-A3AC-7BD1983DB619}" destId="{40EC7BF2-31E4-4D81-8730-387456F5C982}" srcOrd="8" destOrd="0" presId="urn:microsoft.com/office/officeart/2005/8/layout/cycle6"/>
    <dgm:cxn modelId="{BE60B554-7F98-4D18-A284-E28A57842F94}" type="presParOf" srcId="{5CC92172-DF87-4EAA-A3AC-7BD1983DB619}" destId="{A2EC0D8C-ACE2-4676-84D2-E33D784B011A}" srcOrd="9" destOrd="0" presId="urn:microsoft.com/office/officeart/2005/8/layout/cycle6"/>
    <dgm:cxn modelId="{B3D18183-4278-496C-8CC2-591F751E1E5A}" type="presParOf" srcId="{5CC92172-DF87-4EAA-A3AC-7BD1983DB619}" destId="{90D19294-4FAC-4AEB-ACCD-306499E5C697}" srcOrd="10" destOrd="0" presId="urn:microsoft.com/office/officeart/2005/8/layout/cycle6"/>
    <dgm:cxn modelId="{41D68FD9-0EC5-4890-8BFD-55C889CC3AD9}" type="presParOf" srcId="{5CC92172-DF87-4EAA-A3AC-7BD1983DB619}" destId="{392641C4-B015-43B5-88E2-3551C2809AF1}" srcOrd="11" destOrd="0" presId="urn:microsoft.com/office/officeart/2005/8/layout/cycle6"/>
    <dgm:cxn modelId="{88DBAA75-1D3D-43AA-92AA-FEE12E5BB525}" type="presParOf" srcId="{5CC92172-DF87-4EAA-A3AC-7BD1983DB619}" destId="{A0119CAB-EFBC-4D1B-8722-8BA9F82723B7}" srcOrd="12" destOrd="0" presId="urn:microsoft.com/office/officeart/2005/8/layout/cycle6"/>
    <dgm:cxn modelId="{8FB57204-3C29-414F-A09C-E8CF5966859E}" type="presParOf" srcId="{5CC92172-DF87-4EAA-A3AC-7BD1983DB619}" destId="{1EF58EE2-1D2F-43B7-80F2-1EE7F5F24ACB}" srcOrd="13" destOrd="0" presId="urn:microsoft.com/office/officeart/2005/8/layout/cycle6"/>
    <dgm:cxn modelId="{FBBB9BE6-36DB-4FA3-8F22-D7E2C1E722D5}" type="presParOf" srcId="{5CC92172-DF87-4EAA-A3AC-7BD1983DB619}" destId="{0C4491C9-8D0F-4889-84CD-E05EE2945CA3}" srcOrd="14" destOrd="0" presId="urn:microsoft.com/office/officeart/2005/8/layout/cycle6"/>
    <dgm:cxn modelId="{9D090DFA-3FFE-41E6-94BC-C54804329AAD}" type="presParOf" srcId="{5CC92172-DF87-4EAA-A3AC-7BD1983DB619}" destId="{9B7BF783-2DB6-4C08-A48E-2974AD7F39CF}" srcOrd="15" destOrd="0" presId="urn:microsoft.com/office/officeart/2005/8/layout/cycle6"/>
    <dgm:cxn modelId="{65938798-A7B7-43FD-A9F4-85C4D35BD462}" type="presParOf" srcId="{5CC92172-DF87-4EAA-A3AC-7BD1983DB619}" destId="{ABAA1DDA-75DC-4A2D-9EB7-BCFDD49042AE}" srcOrd="16" destOrd="0" presId="urn:microsoft.com/office/officeart/2005/8/layout/cycle6"/>
    <dgm:cxn modelId="{9E025976-3E2D-41D7-AF7E-03539D08DC65}" type="presParOf" srcId="{5CC92172-DF87-4EAA-A3AC-7BD1983DB619}" destId="{726895EA-3799-438A-8948-4FED9D770412}" srcOrd="17" destOrd="0" presId="urn:microsoft.com/office/officeart/2005/8/layout/cycle6"/>
    <dgm:cxn modelId="{9DDB08AE-F8FB-4FAF-B3C9-43AD7B013223}" type="presParOf" srcId="{5CC92172-DF87-4EAA-A3AC-7BD1983DB619}" destId="{5D75FE1A-2014-4A91-ABE0-8408A83C9AE9}" srcOrd="18" destOrd="0" presId="urn:microsoft.com/office/officeart/2005/8/layout/cycle6"/>
    <dgm:cxn modelId="{2478078F-2395-4C89-BE54-20B2CAD6B9D6}" type="presParOf" srcId="{5CC92172-DF87-4EAA-A3AC-7BD1983DB619}" destId="{72B81752-F228-4180-88CA-3452814FE871}" srcOrd="19" destOrd="0" presId="urn:microsoft.com/office/officeart/2005/8/layout/cycle6"/>
    <dgm:cxn modelId="{F11873D8-2390-4AA8-98FF-77B9C0A1185F}" type="presParOf" srcId="{5CC92172-DF87-4EAA-A3AC-7BD1983DB619}" destId="{93EFAA27-CE27-43AA-83FA-6406A5EF7DAB}" srcOrd="20" destOrd="0" presId="urn:microsoft.com/office/officeart/2005/8/layout/cycle6"/>
    <dgm:cxn modelId="{E6084E7B-9624-4AA0-B9DB-A09014E0DCB2}" type="presParOf" srcId="{5CC92172-DF87-4EAA-A3AC-7BD1983DB619}" destId="{3C741082-44A4-42FB-A44E-B1F9DE3AE5C5}" srcOrd="21" destOrd="0" presId="urn:microsoft.com/office/officeart/2005/8/layout/cycle6"/>
    <dgm:cxn modelId="{C52DC50B-F2DF-493C-AC03-CEC4F17CE25F}" type="presParOf" srcId="{5CC92172-DF87-4EAA-A3AC-7BD1983DB619}" destId="{B8F5B838-49C5-47C2-941E-A199E5E29578}" srcOrd="22" destOrd="0" presId="urn:microsoft.com/office/officeart/2005/8/layout/cycle6"/>
    <dgm:cxn modelId="{D1BB15E3-30C9-4231-8F86-37C4ABEC8967}" type="presParOf" srcId="{5CC92172-DF87-4EAA-A3AC-7BD1983DB619}" destId="{F50CC918-C569-46B8-B689-56331A531413}" srcOrd="23" destOrd="0" presId="urn:microsoft.com/office/officeart/2005/8/layout/cycle6"/>
    <dgm:cxn modelId="{EA66054E-EAD0-4BD7-8437-1E095CCB57CE}" type="presParOf" srcId="{5CC92172-DF87-4EAA-A3AC-7BD1983DB619}" destId="{DCB00B6E-0756-45F9-9782-F88059295B85}" srcOrd="24" destOrd="0" presId="urn:microsoft.com/office/officeart/2005/8/layout/cycle6"/>
    <dgm:cxn modelId="{1F935E0F-C1B5-4D5C-B71C-5948E28575C1}" type="presParOf" srcId="{5CC92172-DF87-4EAA-A3AC-7BD1983DB619}" destId="{6BE6E177-4E69-40D9-B225-F16CE7F652F2}" srcOrd="25" destOrd="0" presId="urn:microsoft.com/office/officeart/2005/8/layout/cycle6"/>
    <dgm:cxn modelId="{A489230F-B01E-46BC-9635-C96CEC175600}" type="presParOf" srcId="{5CC92172-DF87-4EAA-A3AC-7BD1983DB619}" destId="{D815692C-6644-42F3-9594-10D407114276}" srcOrd="26" destOrd="0" presId="urn:microsoft.com/office/officeart/2005/8/layout/cycle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996841F-1E68-440F-83D5-438FA6671EBA}">
      <dsp:nvSpPr>
        <dsp:cNvPr id="0" name=""/>
        <dsp:cNvSpPr/>
      </dsp:nvSpPr>
      <dsp:spPr>
        <a:xfrm>
          <a:off x="3809034" y="-90060"/>
          <a:ext cx="795304" cy="516947"/>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GB" sz="2000" kern="1200">
              <a:solidFill>
                <a:srgbClr val="0070C0"/>
              </a:solidFill>
            </a:rPr>
            <a:t>Plant</a:t>
          </a:r>
        </a:p>
      </dsp:txBody>
      <dsp:txXfrm>
        <a:off x="3834269" y="-64825"/>
        <a:ext cx="744834" cy="466477"/>
      </dsp:txXfrm>
    </dsp:sp>
    <dsp:sp modelId="{1AB89226-9A12-4872-BCBD-EAADCC14C51A}">
      <dsp:nvSpPr>
        <dsp:cNvPr id="0" name=""/>
        <dsp:cNvSpPr/>
      </dsp:nvSpPr>
      <dsp:spPr>
        <a:xfrm>
          <a:off x="2099321" y="139864"/>
          <a:ext cx="3973761" cy="3973761"/>
        </a:xfrm>
        <a:custGeom>
          <a:avLst/>
          <a:gdLst/>
          <a:ahLst/>
          <a:cxnLst/>
          <a:rect l="0" t="0" r="0" b="0"/>
          <a:pathLst>
            <a:path>
              <a:moveTo>
                <a:pt x="2507825" y="69509"/>
              </a:moveTo>
              <a:arcTo wR="1986880" hR="1986880" stAng="17112011" swAng="493927"/>
            </a:path>
          </a:pathLst>
        </a:custGeom>
        <a:noFill/>
        <a:ln w="6350" cap="flat" cmpd="sng" algn="ctr">
          <a:solidFill>
            <a:schemeClr val="accent1">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43025D03-7FC5-4326-A62B-2D4BCB0D23D6}">
      <dsp:nvSpPr>
        <dsp:cNvPr id="0" name=""/>
        <dsp:cNvSpPr/>
      </dsp:nvSpPr>
      <dsp:spPr>
        <a:xfrm>
          <a:off x="4878985" y="218877"/>
          <a:ext cx="1152944" cy="82876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GB" sz="1400" kern="1200">
              <a:solidFill>
                <a:srgbClr val="00B050"/>
              </a:solidFill>
            </a:rPr>
            <a:t>Resource Investigator</a:t>
          </a:r>
        </a:p>
      </dsp:txBody>
      <dsp:txXfrm>
        <a:off x="4919442" y="259334"/>
        <a:ext cx="1072030" cy="747851"/>
      </dsp:txXfrm>
    </dsp:sp>
    <dsp:sp modelId="{A38EC101-065D-4597-897A-07269966263C}">
      <dsp:nvSpPr>
        <dsp:cNvPr id="0" name=""/>
        <dsp:cNvSpPr/>
      </dsp:nvSpPr>
      <dsp:spPr>
        <a:xfrm>
          <a:off x="2240129" y="228800"/>
          <a:ext cx="3973761" cy="3973761"/>
        </a:xfrm>
        <a:custGeom>
          <a:avLst/>
          <a:gdLst/>
          <a:ahLst/>
          <a:cxnLst/>
          <a:rect l="0" t="0" r="0" b="0"/>
          <a:pathLst>
            <a:path>
              <a:moveTo>
                <a:pt x="3597514" y="823456"/>
              </a:moveTo>
              <a:arcTo wR="1986880" hR="1986880" stAng="19449475" swAng="969483"/>
            </a:path>
          </a:pathLst>
        </a:custGeom>
        <a:noFill/>
        <a:ln w="6350" cap="flat" cmpd="sng" algn="ctr">
          <a:solidFill>
            <a:schemeClr val="accent1">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DE0C91BC-E7A1-49B1-B1B9-03A4EBFC9BDC}">
      <dsp:nvSpPr>
        <dsp:cNvPr id="0" name=""/>
        <dsp:cNvSpPr/>
      </dsp:nvSpPr>
      <dsp:spPr>
        <a:xfrm>
          <a:off x="5395591" y="1551802"/>
          <a:ext cx="1535581" cy="516947"/>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GB" sz="1800" kern="1200">
              <a:solidFill>
                <a:srgbClr val="00B050"/>
              </a:solidFill>
            </a:rPr>
            <a:t>Co-ordinator</a:t>
          </a:r>
        </a:p>
      </dsp:txBody>
      <dsp:txXfrm>
        <a:off x="5420826" y="1577037"/>
        <a:ext cx="1485111" cy="466477"/>
      </dsp:txXfrm>
    </dsp:sp>
    <dsp:sp modelId="{40EC7BF2-31E4-4D81-8730-387456F5C982}">
      <dsp:nvSpPr>
        <dsp:cNvPr id="0" name=""/>
        <dsp:cNvSpPr/>
      </dsp:nvSpPr>
      <dsp:spPr>
        <a:xfrm>
          <a:off x="2218683" y="136972"/>
          <a:ext cx="3973761" cy="3973761"/>
        </a:xfrm>
        <a:custGeom>
          <a:avLst/>
          <a:gdLst/>
          <a:ahLst/>
          <a:cxnLst/>
          <a:rect l="0" t="0" r="0" b="0"/>
          <a:pathLst>
            <a:path>
              <a:moveTo>
                <a:pt x="3973212" y="1940170"/>
              </a:moveTo>
              <a:arcTo wR="1986880" hR="1986880" stAng="21519174" swAng="1434628"/>
            </a:path>
          </a:pathLst>
        </a:custGeom>
        <a:noFill/>
        <a:ln w="6350" cap="flat" cmpd="sng" algn="ctr">
          <a:solidFill>
            <a:schemeClr val="accent1">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A2EC0D8C-ACE2-4676-84D2-E33D784B011A}">
      <dsp:nvSpPr>
        <dsp:cNvPr id="0" name=""/>
        <dsp:cNvSpPr/>
      </dsp:nvSpPr>
      <dsp:spPr>
        <a:xfrm>
          <a:off x="5126529" y="2893975"/>
          <a:ext cx="1567266" cy="516947"/>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GB" sz="1800" kern="1200">
              <a:solidFill>
                <a:srgbClr val="FF0000"/>
              </a:solidFill>
            </a:rPr>
            <a:t>Shaper</a:t>
          </a:r>
        </a:p>
      </dsp:txBody>
      <dsp:txXfrm>
        <a:off x="5151764" y="2919210"/>
        <a:ext cx="1516796" cy="466477"/>
      </dsp:txXfrm>
    </dsp:sp>
    <dsp:sp modelId="{392641C4-B015-43B5-88E2-3551C2809AF1}">
      <dsp:nvSpPr>
        <dsp:cNvPr id="0" name=""/>
        <dsp:cNvSpPr/>
      </dsp:nvSpPr>
      <dsp:spPr>
        <a:xfrm>
          <a:off x="2095364" y="313358"/>
          <a:ext cx="3973761" cy="3973761"/>
        </a:xfrm>
        <a:custGeom>
          <a:avLst/>
          <a:gdLst/>
          <a:ahLst/>
          <a:cxnLst/>
          <a:rect l="0" t="0" r="0" b="0"/>
          <a:pathLst>
            <a:path>
              <a:moveTo>
                <a:pt x="3632695" y="3099980"/>
              </a:moveTo>
              <a:arcTo wR="1986880" hR="1986880" stAng="2044280" swAng="494857"/>
            </a:path>
          </a:pathLst>
        </a:custGeom>
        <a:noFill/>
        <a:ln w="6350" cap="flat" cmpd="sng" algn="ctr">
          <a:solidFill>
            <a:schemeClr val="accent1">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A0119CAB-EFBC-4D1B-8722-8BA9F82723B7}">
      <dsp:nvSpPr>
        <dsp:cNvPr id="0" name=""/>
        <dsp:cNvSpPr/>
      </dsp:nvSpPr>
      <dsp:spPr>
        <a:xfrm>
          <a:off x="4255459" y="3640076"/>
          <a:ext cx="1349663" cy="76344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GB" sz="1800" kern="1200">
              <a:solidFill>
                <a:srgbClr val="0070C0"/>
              </a:solidFill>
            </a:rPr>
            <a:t>Monitor Evaluator</a:t>
          </a:r>
        </a:p>
      </dsp:txBody>
      <dsp:txXfrm>
        <a:off x="4292728" y="3677345"/>
        <a:ext cx="1275125" cy="688911"/>
      </dsp:txXfrm>
    </dsp:sp>
    <dsp:sp modelId="{0C4491C9-8D0F-4889-84CD-E05EE2945CA3}">
      <dsp:nvSpPr>
        <dsp:cNvPr id="0" name=""/>
        <dsp:cNvSpPr/>
      </dsp:nvSpPr>
      <dsp:spPr>
        <a:xfrm>
          <a:off x="2358923" y="184855"/>
          <a:ext cx="3973761" cy="3973761"/>
        </a:xfrm>
        <a:custGeom>
          <a:avLst/>
          <a:gdLst/>
          <a:ahLst/>
          <a:cxnLst/>
          <a:rect l="0" t="0" r="0" b="0"/>
          <a:pathLst>
            <a:path>
              <a:moveTo>
                <a:pt x="1894405" y="3971608"/>
              </a:moveTo>
              <a:arcTo wR="1986880" hR="1986880" stAng="5560060" swAng="361884"/>
            </a:path>
          </a:pathLst>
        </a:custGeom>
        <a:noFill/>
        <a:ln w="6350" cap="flat" cmpd="sng" algn="ctr">
          <a:solidFill>
            <a:schemeClr val="accent1">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9B7BF783-2DB6-4C08-A48E-2974AD7F39CF}">
      <dsp:nvSpPr>
        <dsp:cNvPr id="0" name=""/>
        <dsp:cNvSpPr/>
      </dsp:nvSpPr>
      <dsp:spPr>
        <a:xfrm>
          <a:off x="3011075" y="3577905"/>
          <a:ext cx="1032114" cy="888891"/>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GB" sz="1800" kern="1200">
              <a:solidFill>
                <a:srgbClr val="00B050"/>
              </a:solidFill>
            </a:rPr>
            <a:t>Team worker</a:t>
          </a:r>
        </a:p>
      </dsp:txBody>
      <dsp:txXfrm>
        <a:off x="3054467" y="3621297"/>
        <a:ext cx="945330" cy="802107"/>
      </dsp:txXfrm>
    </dsp:sp>
    <dsp:sp modelId="{726895EA-3799-438A-8948-4FED9D770412}">
      <dsp:nvSpPr>
        <dsp:cNvPr id="0" name=""/>
        <dsp:cNvSpPr/>
      </dsp:nvSpPr>
      <dsp:spPr>
        <a:xfrm>
          <a:off x="2366944" y="290814"/>
          <a:ext cx="3973761" cy="3973761"/>
        </a:xfrm>
        <a:custGeom>
          <a:avLst/>
          <a:gdLst/>
          <a:ahLst/>
          <a:cxnLst/>
          <a:rect l="0" t="0" r="0" b="0"/>
          <a:pathLst>
            <a:path>
              <a:moveTo>
                <a:pt x="641469" y="3448921"/>
              </a:moveTo>
              <a:arcTo wR="1986880" hR="1986880" stAng="7957269" swAng="613831"/>
            </a:path>
          </a:pathLst>
        </a:custGeom>
        <a:noFill/>
        <a:ln w="6350" cap="flat" cmpd="sng" algn="ctr">
          <a:solidFill>
            <a:schemeClr val="accent1">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5D75FE1A-2014-4A91-ABE0-8408A83C9AE9}">
      <dsp:nvSpPr>
        <dsp:cNvPr id="0" name=""/>
        <dsp:cNvSpPr/>
      </dsp:nvSpPr>
      <dsp:spPr>
        <a:xfrm>
          <a:off x="1953500" y="2957702"/>
          <a:ext cx="1229063" cy="516947"/>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GB" sz="1800" kern="1200">
              <a:solidFill>
                <a:srgbClr val="FF0000"/>
              </a:solidFill>
            </a:rPr>
            <a:t>I</a:t>
          </a:r>
          <a:r>
            <a:rPr lang="en-GB" sz="1400" kern="1200">
              <a:solidFill>
                <a:srgbClr val="FF0000"/>
              </a:solidFill>
            </a:rPr>
            <a:t>mplementer</a:t>
          </a:r>
        </a:p>
      </dsp:txBody>
      <dsp:txXfrm>
        <a:off x="1978735" y="2982937"/>
        <a:ext cx="1178593" cy="466477"/>
      </dsp:txXfrm>
    </dsp:sp>
    <dsp:sp modelId="{93EFAA27-CE27-43AA-83FA-6406A5EF7DAB}">
      <dsp:nvSpPr>
        <dsp:cNvPr id="0" name=""/>
        <dsp:cNvSpPr/>
      </dsp:nvSpPr>
      <dsp:spPr>
        <a:xfrm>
          <a:off x="2212943" y="73451"/>
          <a:ext cx="3973761" cy="3973761"/>
        </a:xfrm>
        <a:custGeom>
          <a:avLst/>
          <a:gdLst/>
          <a:ahLst/>
          <a:cxnLst/>
          <a:rect l="0" t="0" r="0" b="0"/>
          <a:pathLst>
            <a:path>
              <a:moveTo>
                <a:pt x="210881" y="2877679"/>
              </a:moveTo>
              <a:arcTo wR="1986880" hR="1986880" stAng="9201765" swAng="1255138"/>
            </a:path>
          </a:pathLst>
        </a:custGeom>
        <a:noFill/>
        <a:ln w="6350" cap="flat" cmpd="sng" algn="ctr">
          <a:solidFill>
            <a:schemeClr val="accent1">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3C741082-44A4-42FB-A44E-B1F9DE3AE5C5}">
      <dsp:nvSpPr>
        <dsp:cNvPr id="0" name=""/>
        <dsp:cNvSpPr/>
      </dsp:nvSpPr>
      <dsp:spPr>
        <a:xfrm>
          <a:off x="1709589" y="1369575"/>
          <a:ext cx="1080802" cy="881401"/>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GB" sz="1400" kern="1200">
              <a:solidFill>
                <a:srgbClr val="FF0000"/>
              </a:solidFill>
            </a:rPr>
            <a:t>Completer/Finisher</a:t>
          </a:r>
        </a:p>
      </dsp:txBody>
      <dsp:txXfrm>
        <a:off x="1752615" y="1412601"/>
        <a:ext cx="994750" cy="795349"/>
      </dsp:txXfrm>
    </dsp:sp>
    <dsp:sp modelId="{F50CC918-C569-46B8-B689-56331A531413}">
      <dsp:nvSpPr>
        <dsp:cNvPr id="0" name=""/>
        <dsp:cNvSpPr/>
      </dsp:nvSpPr>
      <dsp:spPr>
        <a:xfrm>
          <a:off x="2219805" y="168413"/>
          <a:ext cx="3973761" cy="3973761"/>
        </a:xfrm>
        <a:custGeom>
          <a:avLst/>
          <a:gdLst/>
          <a:ahLst/>
          <a:cxnLst/>
          <a:rect l="0" t="0" r="0" b="0"/>
          <a:pathLst>
            <a:path>
              <a:moveTo>
                <a:pt x="164179" y="1196023"/>
              </a:moveTo>
              <a:arcTo wR="1986880" hR="1986880" stAng="12207341" swAng="952421"/>
            </a:path>
          </a:pathLst>
        </a:custGeom>
        <a:noFill/>
        <a:ln w="6350" cap="flat" cmpd="sng" algn="ctr">
          <a:solidFill>
            <a:schemeClr val="accent1">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DCB00B6E-0756-45F9-9782-F88059295B85}">
      <dsp:nvSpPr>
        <dsp:cNvPr id="0" name=""/>
        <dsp:cNvSpPr/>
      </dsp:nvSpPr>
      <dsp:spPr>
        <a:xfrm>
          <a:off x="2422394" y="374781"/>
          <a:ext cx="1014299" cy="516947"/>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GB" sz="1600" kern="1200">
              <a:solidFill>
                <a:srgbClr val="0070C0"/>
              </a:solidFill>
            </a:rPr>
            <a:t>S</a:t>
          </a:r>
          <a:r>
            <a:rPr lang="en-GB" sz="1400" kern="1200">
              <a:solidFill>
                <a:srgbClr val="0070C0"/>
              </a:solidFill>
            </a:rPr>
            <a:t>pecialist</a:t>
          </a:r>
        </a:p>
      </dsp:txBody>
      <dsp:txXfrm>
        <a:off x="2447629" y="400016"/>
        <a:ext cx="963829" cy="466477"/>
      </dsp:txXfrm>
    </dsp:sp>
    <dsp:sp modelId="{D815692C-6644-42F3-9594-10D407114276}">
      <dsp:nvSpPr>
        <dsp:cNvPr id="0" name=""/>
        <dsp:cNvSpPr/>
      </dsp:nvSpPr>
      <dsp:spPr>
        <a:xfrm>
          <a:off x="2219805" y="168413"/>
          <a:ext cx="3973761" cy="3973761"/>
        </a:xfrm>
        <a:custGeom>
          <a:avLst/>
          <a:gdLst/>
          <a:ahLst/>
          <a:cxnLst/>
          <a:rect l="0" t="0" r="0" b="0"/>
          <a:pathLst>
            <a:path>
              <a:moveTo>
                <a:pt x="1109728" y="204102"/>
              </a:moveTo>
              <a:arcTo wR="1986880" hR="1986880" stAng="14628129" swAng="870310"/>
            </a:path>
          </a:pathLst>
        </a:custGeom>
        <a:noFill/>
        <a:ln w="6350" cap="flat" cmpd="sng" algn="ctr">
          <a:solidFill>
            <a:schemeClr val="accent1">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cycle6">
  <dgm:title val=""/>
  <dgm:desc val=""/>
  <dgm:catLst>
    <dgm:cat type="cycle" pri="4000"/>
    <dgm:cat type="relationship" pri="24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hoose name="Name9">
      <dgm:if name="Name10" func="var" arg="dir" op="equ" val="norm">
        <dgm:constrLst>
          <dgm:constr type="w" for="ch" forName="node" refType="w"/>
          <dgm:constr type="w" for="ch" ptType="sibTrans" refType="w" refFor="ch" refForName="node" op="equ" fact="0.3"/>
          <dgm:constr type="diam" for="ch" ptType="sibTrans" refType="diam" op="equ"/>
          <dgm:constr type="sibSp" refType="w" refFor="ch" refForName="node" op="equ" fact="0.15"/>
          <dgm:constr type="w" for="ch" forName="spNode" refType="sibSp" fact="1.6"/>
          <dgm:constr type="primFontSz" for="ch" forName="node" op="equ" val="65"/>
        </dgm:constrLst>
      </dgm:if>
      <dgm:else name="Name11">
        <dgm:constrLst>
          <dgm:constr type="w" for="ch" forName="node" refType="w"/>
          <dgm:constr type="w" for="ch" ptType="sibTrans" refType="w" refFor="ch" refForName="node" op="equ" fact="0.3"/>
          <dgm:constr type="diam" for="ch" ptType="sibTrans" refType="diam" op="equ" fact="-1"/>
          <dgm:constr type="sibSp" refType="w" refFor="ch" refForName="node" op="equ" fact="0.15"/>
          <dgm:constr type="w" for="ch" forName="spNode" refType="sibSp" fact="1.6"/>
          <dgm:constr type="primFontSz" for="ch" forName="node" op="equ" val="65"/>
        </dgm:constrLst>
      </dgm:else>
    </dgm:choose>
    <dgm:ruleLst/>
    <dgm:forEach name="Name12" axis="ch" ptType="node">
      <dgm:layoutNode name="node">
        <dgm:varLst>
          <dgm:bulletEnabled val="1"/>
        </dgm:varLst>
        <dgm:alg type="tx"/>
        <dgm:shape xmlns:r="http://schemas.openxmlformats.org/officeDocument/2006/relationships" type="roundRect" r:blip="">
          <dgm:adjLst/>
        </dgm:shape>
        <dgm:presOf axis="desOrSelf" ptType="node"/>
        <dgm:constrLst>
          <dgm:constr type="h" refType="w" fact="0.6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3">
        <dgm:if name="Name14" axis="par ch" ptType="doc node" func="cnt" op="gt" val="1">
          <dgm:layoutNode name="spNode">
            <dgm:alg type="sp"/>
            <dgm:shape xmlns:r="http://schemas.openxmlformats.org/officeDocument/2006/relationships" r:blip="">
              <dgm:adjLst/>
            </dgm:shape>
            <dgm:presOf/>
            <dgm:constrLst>
              <dgm:constr type="h" refType="w"/>
            </dgm:constrLst>
            <dgm:ruleLst/>
          </dgm:layoutNode>
          <dgm:forEach name="Name15" axis="followSib" ptType="sibTrans" hideLastTrans="0" cnt="1">
            <dgm:layoutNode name="sibTrans">
              <dgm:alg type="conn">
                <dgm:param type="dim" val="1D"/>
                <dgm:param type="connRout" val="curve"/>
                <dgm:param type="begPts" val="radial"/>
                <dgm:param type="endPts" val="radial"/>
                <dgm:param type="endSty" val="noArr"/>
              </dgm:alg>
              <dgm:shape xmlns:r="http://schemas.openxmlformats.org/officeDocument/2006/relationships" type="conn" r:blip="">
                <dgm:adjLst/>
              </dgm:shape>
              <dgm:presOf axis="self"/>
              <dgm:constrLst>
                <dgm:constr type="h" refType="w" fact="0.65"/>
                <dgm:constr type="connDist"/>
                <dgm:constr type="begPad" refType="connDist" fact="0.01"/>
                <dgm:constr type="endPad" refType="connDist" fact="0.01"/>
              </dgm:constrLst>
              <dgm:ruleLst/>
            </dgm:layoutNode>
          </dgm:forEach>
        </dgm:if>
        <dgm:else name="Name16"/>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D60D4DD-CA0F-7F45-88ED-F7AEBDDD7E1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56F7EBE-B50A-D443-AE2A-42132C68EFBA}"/>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2FE77E8-BC33-C74B-9CC2-F4DA69E5A52A}" type="datetimeFigureOut">
              <a:rPr lang="en-US" smtClean="0"/>
              <a:t>1/30/2026</a:t>
            </a:fld>
            <a:endParaRPr lang="en-US"/>
          </a:p>
        </p:txBody>
      </p:sp>
      <p:sp>
        <p:nvSpPr>
          <p:cNvPr id="4" name="Footer Placeholder 3">
            <a:extLst>
              <a:ext uri="{FF2B5EF4-FFF2-40B4-BE49-F238E27FC236}">
                <a16:creationId xmlns:a16="http://schemas.microsoft.com/office/drawing/2014/main" id="{CD19BC9B-62AA-6E4E-A277-0530773DB7D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B97A0097-E9AC-BF4A-BC41-E2EEC52F72F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CB5D8E1-1850-A643-B7A4-6A6AA6A07A47}" type="slidenum">
              <a:rPr lang="en-US" smtClean="0"/>
              <a:t>‹#›</a:t>
            </a:fld>
            <a:endParaRPr lang="en-US"/>
          </a:p>
        </p:txBody>
      </p:sp>
    </p:spTree>
    <p:extLst>
      <p:ext uri="{BB962C8B-B14F-4D97-AF65-F5344CB8AC3E}">
        <p14:creationId xmlns:p14="http://schemas.microsoft.com/office/powerpoint/2010/main" val="276079870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77020E6-C0D3-4975-9BE5-071101F644E7}" type="datetimeFigureOut">
              <a:rPr lang="en-GB" smtClean="0"/>
              <a:t>30/01/2026</a:t>
            </a:fld>
            <a:endParaRPr lang="en-GB"/>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C92C13A-B57B-494A-A65E-603D9165C618}" type="slidenum">
              <a:rPr lang="en-GB" smtClean="0"/>
              <a:t>‹#›</a:t>
            </a:fld>
            <a:endParaRPr lang="en-GB"/>
          </a:p>
        </p:txBody>
      </p:sp>
    </p:spTree>
    <p:extLst>
      <p:ext uri="{BB962C8B-B14F-4D97-AF65-F5344CB8AC3E}">
        <p14:creationId xmlns:p14="http://schemas.microsoft.com/office/powerpoint/2010/main" val="19397301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en.wikipedia.org/wiki/Behavior" TargetMode="External"/><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Image Placeholder 1">
            <a:extLst>
              <a:ext uri="{FF2B5EF4-FFF2-40B4-BE49-F238E27FC236}">
                <a16:creationId xmlns:a16="http://schemas.microsoft.com/office/drawing/2014/main" id="{D40174BB-C502-6ACF-D7B1-186EB4B6BFBF}"/>
              </a:ext>
            </a:extLst>
          </p:cNvPr>
          <p:cNvSpPr>
            <a:spLocks noGrp="1" noRot="1" noChangeAspect="1" noTextEdit="1"/>
          </p:cNvSpPr>
          <p:nvPr>
            <p:ph type="sldImg"/>
          </p:nvPr>
        </p:nvSpPr>
        <p:spPr>
          <a:ln/>
        </p:spPr>
      </p:sp>
      <p:sp>
        <p:nvSpPr>
          <p:cNvPr id="9219" name="Notes Placeholder 2">
            <a:extLst>
              <a:ext uri="{FF2B5EF4-FFF2-40B4-BE49-F238E27FC236}">
                <a16:creationId xmlns:a16="http://schemas.microsoft.com/office/drawing/2014/main" id="{1A802348-8040-72C7-2252-4F35FD1F6834}"/>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it-IT">
              <a:latin typeface="Times" panose="02020603050405020304" pitchFamily="18" charset="0"/>
            </a:endParaRPr>
          </a:p>
        </p:txBody>
      </p:sp>
      <p:sp>
        <p:nvSpPr>
          <p:cNvPr id="9220" name="Slide Number Placeholder 3">
            <a:extLst>
              <a:ext uri="{FF2B5EF4-FFF2-40B4-BE49-F238E27FC236}">
                <a16:creationId xmlns:a16="http://schemas.microsoft.com/office/drawing/2014/main" id="{8B070DE8-A9D2-5ED4-18E3-E6B5B372A0BF}"/>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A62B484A-F140-48DF-B666-7C12D3E2B0E3}" type="slidenum">
              <a:rPr lang="en-US" altLang="it-IT" sz="1200"/>
              <a:pPr/>
              <a:t>12</a:t>
            </a:fld>
            <a:endParaRPr lang="en-US" altLang="it-IT" sz="12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Slide Image Placeholder 1">
            <a:extLst>
              <a:ext uri="{FF2B5EF4-FFF2-40B4-BE49-F238E27FC236}">
                <a16:creationId xmlns:a16="http://schemas.microsoft.com/office/drawing/2014/main" id="{9EBDAE30-3AFF-058F-5D40-9EDB70290765}"/>
              </a:ext>
            </a:extLst>
          </p:cNvPr>
          <p:cNvSpPr>
            <a:spLocks noGrp="1" noRot="1" noChangeAspect="1" noTextEdit="1"/>
          </p:cNvSpPr>
          <p:nvPr>
            <p:ph type="sldImg"/>
          </p:nvPr>
        </p:nvSpPr>
        <p:spPr>
          <a:ln/>
        </p:spPr>
      </p:sp>
      <p:sp>
        <p:nvSpPr>
          <p:cNvPr id="11267" name="Notes Placeholder 2">
            <a:extLst>
              <a:ext uri="{FF2B5EF4-FFF2-40B4-BE49-F238E27FC236}">
                <a16:creationId xmlns:a16="http://schemas.microsoft.com/office/drawing/2014/main" id="{23989005-4913-A7A9-2555-7C2401410CD3}"/>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altLang="en-US">
                <a:latin typeface="Times" panose="02020603050405020304" pitchFamily="18" charset="0"/>
              </a:rPr>
              <a:t>Hersey and Blanchard characterized leadership style in terms of the amount of task behavior and relationship behavior that the leader provides to their followers. They categorized all leadership styles into four </a:t>
            </a:r>
            <a:r>
              <a:rPr lang="en-GB" altLang="en-US">
                <a:latin typeface="Times" panose="02020603050405020304" pitchFamily="18" charset="0"/>
                <a:hlinkClick r:id="rId3" action="ppaction://hlinkfile" tooltip="Behavior"/>
              </a:rPr>
              <a:t>behavior</a:t>
            </a:r>
            <a:r>
              <a:rPr lang="en-GB" altLang="en-US">
                <a:latin typeface="Times" panose="02020603050405020304" pitchFamily="18" charset="0"/>
              </a:rPr>
              <a:t> types, which they named S1 to S4:</a:t>
            </a:r>
          </a:p>
          <a:p>
            <a:r>
              <a:rPr lang="en-GB" altLang="en-US" b="1">
                <a:latin typeface="Times" panose="02020603050405020304" pitchFamily="18" charset="0"/>
              </a:rPr>
              <a:t>S1: Telling</a:t>
            </a:r>
            <a:r>
              <a:rPr lang="en-GB" altLang="en-US">
                <a:latin typeface="Times" panose="02020603050405020304" pitchFamily="18" charset="0"/>
              </a:rPr>
              <a:t> – is characterized by one-way communication in which the leader defines the roles of the individual or group and provides the what, how, when, and where to do the task</a:t>
            </a:r>
          </a:p>
          <a:p>
            <a:r>
              <a:rPr lang="en-GB" altLang="en-US" b="1">
                <a:latin typeface="Times" panose="02020603050405020304" pitchFamily="18" charset="0"/>
              </a:rPr>
              <a:t>S2: Selling</a:t>
            </a:r>
            <a:r>
              <a:rPr lang="en-GB" altLang="en-US">
                <a:latin typeface="Times" panose="02020603050405020304" pitchFamily="18" charset="0"/>
              </a:rPr>
              <a:t> – while the leader is still providing the direction, he or she is now using two-way communication and providing the socioemotional support that will allow the individual or group being influenced to buy into the process.</a:t>
            </a:r>
          </a:p>
          <a:p>
            <a:r>
              <a:rPr lang="en-GB" altLang="en-US" b="1">
                <a:latin typeface="Times" panose="02020603050405020304" pitchFamily="18" charset="0"/>
              </a:rPr>
              <a:t>S3: Participating</a:t>
            </a:r>
            <a:r>
              <a:rPr lang="en-GB" altLang="en-US">
                <a:latin typeface="Times" panose="02020603050405020304" pitchFamily="18" charset="0"/>
              </a:rPr>
              <a:t> – this is now shared decision making about aspects of how the task is accomplished and the leader is providing less task behaviors while maintaining high relationship behavior.</a:t>
            </a:r>
          </a:p>
          <a:p>
            <a:r>
              <a:rPr lang="en-GB" altLang="en-US" b="1">
                <a:latin typeface="Times" panose="02020603050405020304" pitchFamily="18" charset="0"/>
              </a:rPr>
              <a:t>S4: Delegating</a:t>
            </a:r>
            <a:r>
              <a:rPr lang="en-GB" altLang="en-US">
                <a:latin typeface="Times" panose="02020603050405020304" pitchFamily="18" charset="0"/>
              </a:rPr>
              <a:t> – the leaders is still involved in decisions; however, the process and responsibility has been passed to the individual or group. The leader stays involved to monitor progress.</a:t>
            </a:r>
          </a:p>
          <a:p>
            <a:r>
              <a:rPr lang="en-GB" altLang="en-US">
                <a:latin typeface="Times" panose="02020603050405020304" pitchFamily="18" charset="0"/>
              </a:rPr>
              <a:t>Of these, no one style is considered optimal for all leaders to use all the time. Effective leaders need to be flexible, and must adapt themselves according to the situation.</a:t>
            </a:r>
          </a:p>
          <a:p>
            <a:endParaRPr lang="en-GB" altLang="en-US">
              <a:latin typeface="Times" panose="02020603050405020304" pitchFamily="18" charset="0"/>
            </a:endParaRPr>
          </a:p>
        </p:txBody>
      </p:sp>
      <p:sp>
        <p:nvSpPr>
          <p:cNvPr id="11268" name="Slide Number Placeholder 3">
            <a:extLst>
              <a:ext uri="{FF2B5EF4-FFF2-40B4-BE49-F238E27FC236}">
                <a16:creationId xmlns:a16="http://schemas.microsoft.com/office/drawing/2014/main" id="{54EBACE2-B04A-E62C-A96F-D4A73BA568AC}"/>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A1D0BB67-B5D8-4D37-B2DD-C715B82FCD46}" type="slidenum">
              <a:rPr lang="en-GB" altLang="en-US" sz="1200"/>
              <a:pPr/>
              <a:t>13</a:t>
            </a:fld>
            <a:endParaRPr lang="en-GB" altLang="en-US" sz="12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Slide Image Placeholder 1">
            <a:extLst>
              <a:ext uri="{FF2B5EF4-FFF2-40B4-BE49-F238E27FC236}">
                <a16:creationId xmlns:a16="http://schemas.microsoft.com/office/drawing/2014/main" id="{12ADCA65-1792-A6D2-E594-D02B965A87B3}"/>
              </a:ext>
            </a:extLst>
          </p:cNvPr>
          <p:cNvSpPr>
            <a:spLocks noGrp="1" noRot="1" noChangeAspect="1" noTextEdit="1"/>
          </p:cNvSpPr>
          <p:nvPr>
            <p:ph type="sldImg"/>
          </p:nvPr>
        </p:nvSpPr>
        <p:spPr>
          <a:ln/>
        </p:spPr>
      </p:sp>
      <p:sp>
        <p:nvSpPr>
          <p:cNvPr id="13315" name="Notes Placeholder 2">
            <a:extLst>
              <a:ext uri="{FF2B5EF4-FFF2-40B4-BE49-F238E27FC236}">
                <a16:creationId xmlns:a16="http://schemas.microsoft.com/office/drawing/2014/main" id="{E4D5787C-9E8B-B30F-DE63-484CC89B3A11}"/>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it-IT">
              <a:latin typeface="Times" panose="02020603050405020304" pitchFamily="18" charset="0"/>
            </a:endParaRPr>
          </a:p>
        </p:txBody>
      </p:sp>
      <p:sp>
        <p:nvSpPr>
          <p:cNvPr id="13316" name="Slide Number Placeholder 3">
            <a:extLst>
              <a:ext uri="{FF2B5EF4-FFF2-40B4-BE49-F238E27FC236}">
                <a16:creationId xmlns:a16="http://schemas.microsoft.com/office/drawing/2014/main" id="{7881A5B3-0CEF-920D-307D-C6D0EEAFB90E}"/>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C60DB4CD-AD4E-4B89-8605-C183A5879574}" type="slidenum">
              <a:rPr lang="en-US" altLang="it-IT" sz="1200"/>
              <a:pPr/>
              <a:t>14</a:t>
            </a:fld>
            <a:endParaRPr lang="en-US" altLang="it-IT" sz="12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Image Placeholder 1">
            <a:extLst>
              <a:ext uri="{FF2B5EF4-FFF2-40B4-BE49-F238E27FC236}">
                <a16:creationId xmlns:a16="http://schemas.microsoft.com/office/drawing/2014/main" id="{CC7E8221-439F-06C6-49A4-AA8537C9A564}"/>
              </a:ext>
            </a:extLst>
          </p:cNvPr>
          <p:cNvSpPr>
            <a:spLocks noGrp="1" noRot="1" noChangeAspect="1" noTextEdit="1"/>
          </p:cNvSpPr>
          <p:nvPr>
            <p:ph type="sldImg"/>
          </p:nvPr>
        </p:nvSpPr>
        <p:spPr>
          <a:ln/>
        </p:spPr>
      </p:sp>
      <p:sp>
        <p:nvSpPr>
          <p:cNvPr id="15363" name="Notes Placeholder 2">
            <a:extLst>
              <a:ext uri="{FF2B5EF4-FFF2-40B4-BE49-F238E27FC236}">
                <a16:creationId xmlns:a16="http://schemas.microsoft.com/office/drawing/2014/main" id="{F546BBE4-B539-5BA4-D934-8A2DF7CD6AD5}"/>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it-IT">
              <a:latin typeface="Times" panose="02020603050405020304" pitchFamily="18" charset="0"/>
            </a:endParaRPr>
          </a:p>
        </p:txBody>
      </p:sp>
      <p:sp>
        <p:nvSpPr>
          <p:cNvPr id="15364" name="Slide Number Placeholder 3">
            <a:extLst>
              <a:ext uri="{FF2B5EF4-FFF2-40B4-BE49-F238E27FC236}">
                <a16:creationId xmlns:a16="http://schemas.microsoft.com/office/drawing/2014/main" id="{29A33BC8-5001-09EC-38E5-1FF3AC74737D}"/>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16B6700D-6C09-4110-9199-339D10271615}" type="slidenum">
              <a:rPr lang="en-US" altLang="it-IT" sz="1200"/>
              <a:pPr/>
              <a:t>15</a:t>
            </a:fld>
            <a:endParaRPr lang="en-US" altLang="it-IT" sz="12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Image Placeholder 1">
            <a:extLst>
              <a:ext uri="{FF2B5EF4-FFF2-40B4-BE49-F238E27FC236}">
                <a16:creationId xmlns:a16="http://schemas.microsoft.com/office/drawing/2014/main" id="{3499650D-7A4B-C189-5AA1-5B67A41C426A}"/>
              </a:ext>
            </a:extLst>
          </p:cNvPr>
          <p:cNvSpPr>
            <a:spLocks noGrp="1" noRot="1" noChangeAspect="1" noTextEdit="1"/>
          </p:cNvSpPr>
          <p:nvPr>
            <p:ph type="sldImg"/>
          </p:nvPr>
        </p:nvSpPr>
        <p:spPr>
          <a:ln/>
        </p:spPr>
      </p:sp>
      <p:sp>
        <p:nvSpPr>
          <p:cNvPr id="17411" name="Notes Placeholder 2">
            <a:extLst>
              <a:ext uri="{FF2B5EF4-FFF2-40B4-BE49-F238E27FC236}">
                <a16:creationId xmlns:a16="http://schemas.microsoft.com/office/drawing/2014/main" id="{CF2B54AA-2FF7-A578-A689-9913A6A1CA0B}"/>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it-IT">
              <a:latin typeface="Times" panose="02020603050405020304" pitchFamily="18" charset="0"/>
            </a:endParaRPr>
          </a:p>
        </p:txBody>
      </p:sp>
      <p:sp>
        <p:nvSpPr>
          <p:cNvPr id="17412" name="Slide Number Placeholder 3">
            <a:extLst>
              <a:ext uri="{FF2B5EF4-FFF2-40B4-BE49-F238E27FC236}">
                <a16:creationId xmlns:a16="http://schemas.microsoft.com/office/drawing/2014/main" id="{25791A42-B596-DE97-8C70-ABE72351E8F7}"/>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84DE07B0-0D00-48C6-A2D2-BA6C4D418006}" type="slidenum">
              <a:rPr lang="en-US" altLang="it-IT" sz="1200"/>
              <a:pPr/>
              <a:t>16</a:t>
            </a:fld>
            <a:endParaRPr lang="en-US" altLang="it-IT" sz="12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Image Placeholder 1">
            <a:extLst>
              <a:ext uri="{FF2B5EF4-FFF2-40B4-BE49-F238E27FC236}">
                <a16:creationId xmlns:a16="http://schemas.microsoft.com/office/drawing/2014/main" id="{D0599BFC-AB2E-D7AC-6B6A-24D2F0697E97}"/>
              </a:ext>
            </a:extLst>
          </p:cNvPr>
          <p:cNvSpPr>
            <a:spLocks noGrp="1" noRot="1" noChangeAspect="1" noTextEdit="1"/>
          </p:cNvSpPr>
          <p:nvPr>
            <p:ph type="sldImg"/>
          </p:nvPr>
        </p:nvSpPr>
        <p:spPr>
          <a:ln/>
        </p:spPr>
      </p:sp>
      <p:sp>
        <p:nvSpPr>
          <p:cNvPr id="19459" name="Notes Placeholder 2">
            <a:extLst>
              <a:ext uri="{FF2B5EF4-FFF2-40B4-BE49-F238E27FC236}">
                <a16:creationId xmlns:a16="http://schemas.microsoft.com/office/drawing/2014/main" id="{60852171-D92E-5F6D-BCC0-044761656AAA}"/>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it-IT">
              <a:latin typeface="Times" panose="02020603050405020304" pitchFamily="18" charset="0"/>
            </a:endParaRPr>
          </a:p>
        </p:txBody>
      </p:sp>
      <p:sp>
        <p:nvSpPr>
          <p:cNvPr id="19460" name="Slide Number Placeholder 3">
            <a:extLst>
              <a:ext uri="{FF2B5EF4-FFF2-40B4-BE49-F238E27FC236}">
                <a16:creationId xmlns:a16="http://schemas.microsoft.com/office/drawing/2014/main" id="{62C4B548-5365-B723-D9DE-B16591A1C801}"/>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B562782C-8BE6-4FC6-94E3-ED5DC32BAA50}" type="slidenum">
              <a:rPr lang="en-US" altLang="it-IT" sz="1200"/>
              <a:pPr/>
              <a:t>17</a:t>
            </a:fld>
            <a:endParaRPr lang="en-US" altLang="it-IT" sz="12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Image Placeholder 1">
            <a:extLst>
              <a:ext uri="{FF2B5EF4-FFF2-40B4-BE49-F238E27FC236}">
                <a16:creationId xmlns:a16="http://schemas.microsoft.com/office/drawing/2014/main" id="{5809E84D-CD0B-58DB-87C9-295EADF10E96}"/>
              </a:ext>
            </a:extLst>
          </p:cNvPr>
          <p:cNvSpPr>
            <a:spLocks noGrp="1" noRot="1" noChangeAspect="1" noTextEdit="1"/>
          </p:cNvSpPr>
          <p:nvPr>
            <p:ph type="sldImg"/>
          </p:nvPr>
        </p:nvSpPr>
        <p:spPr>
          <a:ln/>
        </p:spPr>
      </p:sp>
      <p:sp>
        <p:nvSpPr>
          <p:cNvPr id="21507" name="Notes Placeholder 2">
            <a:extLst>
              <a:ext uri="{FF2B5EF4-FFF2-40B4-BE49-F238E27FC236}">
                <a16:creationId xmlns:a16="http://schemas.microsoft.com/office/drawing/2014/main" id="{D9BC24C4-6B53-4F23-3C6F-19E45F65FB24}"/>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it-IT">
              <a:latin typeface="Times" panose="02020603050405020304" pitchFamily="18" charset="0"/>
            </a:endParaRPr>
          </a:p>
        </p:txBody>
      </p:sp>
      <p:sp>
        <p:nvSpPr>
          <p:cNvPr id="21508" name="Slide Number Placeholder 3">
            <a:extLst>
              <a:ext uri="{FF2B5EF4-FFF2-40B4-BE49-F238E27FC236}">
                <a16:creationId xmlns:a16="http://schemas.microsoft.com/office/drawing/2014/main" id="{EFE3291A-FD37-8A9D-4CD8-03E1ECD58D2A}"/>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9BEEC410-FF1D-441E-84AB-BF038FAE70C9}" type="slidenum">
              <a:rPr lang="en-US" altLang="it-IT" sz="1200"/>
              <a:pPr/>
              <a:t>18</a:t>
            </a:fld>
            <a:endParaRPr lang="en-US" altLang="it-IT" sz="120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Image Placeholder 1">
            <a:extLst>
              <a:ext uri="{FF2B5EF4-FFF2-40B4-BE49-F238E27FC236}">
                <a16:creationId xmlns:a16="http://schemas.microsoft.com/office/drawing/2014/main" id="{168DE3B6-2989-7A2B-266B-767520B37C5C}"/>
              </a:ext>
            </a:extLst>
          </p:cNvPr>
          <p:cNvSpPr>
            <a:spLocks noGrp="1" noRot="1" noChangeAspect="1" noTextEdit="1"/>
          </p:cNvSpPr>
          <p:nvPr>
            <p:ph type="sldImg"/>
          </p:nvPr>
        </p:nvSpPr>
        <p:spPr>
          <a:ln/>
        </p:spPr>
      </p:sp>
      <p:sp>
        <p:nvSpPr>
          <p:cNvPr id="23555" name="Notes Placeholder 2">
            <a:extLst>
              <a:ext uri="{FF2B5EF4-FFF2-40B4-BE49-F238E27FC236}">
                <a16:creationId xmlns:a16="http://schemas.microsoft.com/office/drawing/2014/main" id="{5EDC36C3-EFE0-2626-D66A-88F0CF59214E}"/>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it-IT">
              <a:latin typeface="Times" panose="02020603050405020304" pitchFamily="18" charset="0"/>
            </a:endParaRPr>
          </a:p>
        </p:txBody>
      </p:sp>
      <p:sp>
        <p:nvSpPr>
          <p:cNvPr id="23556" name="Slide Number Placeholder 3">
            <a:extLst>
              <a:ext uri="{FF2B5EF4-FFF2-40B4-BE49-F238E27FC236}">
                <a16:creationId xmlns:a16="http://schemas.microsoft.com/office/drawing/2014/main" id="{9204DCDC-A4AD-ED1C-3BF1-6DBF6FDC12F2}"/>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2D2AD523-1ECA-4AC9-9CA5-F28D8AC89EE8}" type="slidenum">
              <a:rPr lang="en-US" altLang="it-IT" sz="1200"/>
              <a:pPr/>
              <a:t>19</a:t>
            </a:fld>
            <a:endParaRPr lang="en-US" altLang="it-IT" sz="120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Image Placeholder 1">
            <a:extLst>
              <a:ext uri="{FF2B5EF4-FFF2-40B4-BE49-F238E27FC236}">
                <a16:creationId xmlns:a16="http://schemas.microsoft.com/office/drawing/2014/main" id="{3792F423-147F-BAB6-C007-4478101664A4}"/>
              </a:ext>
            </a:extLst>
          </p:cNvPr>
          <p:cNvSpPr>
            <a:spLocks noGrp="1" noRot="1" noChangeAspect="1" noTextEdit="1"/>
          </p:cNvSpPr>
          <p:nvPr>
            <p:ph type="sldImg"/>
          </p:nvPr>
        </p:nvSpPr>
        <p:spPr>
          <a:ln/>
        </p:spPr>
      </p:sp>
      <p:sp>
        <p:nvSpPr>
          <p:cNvPr id="25603" name="Notes Placeholder 2">
            <a:extLst>
              <a:ext uri="{FF2B5EF4-FFF2-40B4-BE49-F238E27FC236}">
                <a16:creationId xmlns:a16="http://schemas.microsoft.com/office/drawing/2014/main" id="{D3F48EC5-5CA1-C612-D099-40CB57162A66}"/>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it-IT">
              <a:latin typeface="Times" panose="02020603050405020304" pitchFamily="18" charset="0"/>
            </a:endParaRPr>
          </a:p>
        </p:txBody>
      </p:sp>
      <p:sp>
        <p:nvSpPr>
          <p:cNvPr id="25604" name="Slide Number Placeholder 3">
            <a:extLst>
              <a:ext uri="{FF2B5EF4-FFF2-40B4-BE49-F238E27FC236}">
                <a16:creationId xmlns:a16="http://schemas.microsoft.com/office/drawing/2014/main" id="{4C7063C1-C91B-122D-0907-E4B270F5BDDD}"/>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1A250742-1CAD-416B-89C7-E43D9E2845C2}" type="slidenum">
              <a:rPr lang="en-US" altLang="it-IT" sz="1200"/>
              <a:pPr/>
              <a:t>20</a:t>
            </a:fld>
            <a:endParaRPr lang="en-US" altLang="it-IT" sz="120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Image Placeholder 1">
            <a:extLst>
              <a:ext uri="{FF2B5EF4-FFF2-40B4-BE49-F238E27FC236}">
                <a16:creationId xmlns:a16="http://schemas.microsoft.com/office/drawing/2014/main" id="{4833EF3D-7801-1A68-09D4-AE7E2C6D4BF8}"/>
              </a:ext>
            </a:extLst>
          </p:cNvPr>
          <p:cNvSpPr>
            <a:spLocks noGrp="1" noRot="1" noChangeAspect="1" noTextEdit="1"/>
          </p:cNvSpPr>
          <p:nvPr>
            <p:ph type="sldImg"/>
          </p:nvPr>
        </p:nvSpPr>
        <p:spPr>
          <a:ln/>
        </p:spPr>
      </p:sp>
      <p:sp>
        <p:nvSpPr>
          <p:cNvPr id="27651" name="Notes Placeholder 2">
            <a:extLst>
              <a:ext uri="{FF2B5EF4-FFF2-40B4-BE49-F238E27FC236}">
                <a16:creationId xmlns:a16="http://schemas.microsoft.com/office/drawing/2014/main" id="{E758FF9A-9BE3-DE98-D3C7-D2842CD75D25}"/>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it-IT">
              <a:latin typeface="Times" panose="02020603050405020304" pitchFamily="18" charset="0"/>
            </a:endParaRPr>
          </a:p>
        </p:txBody>
      </p:sp>
      <p:sp>
        <p:nvSpPr>
          <p:cNvPr id="27652" name="Slide Number Placeholder 3">
            <a:extLst>
              <a:ext uri="{FF2B5EF4-FFF2-40B4-BE49-F238E27FC236}">
                <a16:creationId xmlns:a16="http://schemas.microsoft.com/office/drawing/2014/main" id="{4ED6DC98-7B80-AE45-748B-A4DDB3F017A4}"/>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DFAF9A38-A0E3-47FD-90DC-982E5E7E164A}" type="slidenum">
              <a:rPr lang="en-US" altLang="it-IT" sz="1200"/>
              <a:pPr/>
              <a:t>21</a:t>
            </a:fld>
            <a:endParaRPr lang="en-US" altLang="it-IT" sz="120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Image Placeholder 1">
            <a:extLst>
              <a:ext uri="{FF2B5EF4-FFF2-40B4-BE49-F238E27FC236}">
                <a16:creationId xmlns:a16="http://schemas.microsoft.com/office/drawing/2014/main" id="{BECF5917-4B9C-769F-980E-B35CCBCCC41C}"/>
              </a:ext>
            </a:extLst>
          </p:cNvPr>
          <p:cNvSpPr>
            <a:spLocks noGrp="1" noRot="1" noChangeAspect="1" noTextEdit="1"/>
          </p:cNvSpPr>
          <p:nvPr>
            <p:ph type="sldImg"/>
          </p:nvPr>
        </p:nvSpPr>
        <p:spPr>
          <a:ln/>
        </p:spPr>
      </p:sp>
      <p:sp>
        <p:nvSpPr>
          <p:cNvPr id="29699" name="Notes Placeholder 2">
            <a:extLst>
              <a:ext uri="{FF2B5EF4-FFF2-40B4-BE49-F238E27FC236}">
                <a16:creationId xmlns:a16="http://schemas.microsoft.com/office/drawing/2014/main" id="{0AFC29B8-8826-3DD1-5B03-07580AE33A4A}"/>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it-IT">
              <a:latin typeface="Times" panose="02020603050405020304" pitchFamily="18" charset="0"/>
            </a:endParaRPr>
          </a:p>
        </p:txBody>
      </p:sp>
      <p:sp>
        <p:nvSpPr>
          <p:cNvPr id="29700" name="Slide Number Placeholder 3">
            <a:extLst>
              <a:ext uri="{FF2B5EF4-FFF2-40B4-BE49-F238E27FC236}">
                <a16:creationId xmlns:a16="http://schemas.microsoft.com/office/drawing/2014/main" id="{C892C7FE-11E8-5580-6E15-5D1F2D981247}"/>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C438AB74-60D2-48D6-A113-9F96596A3488}" type="slidenum">
              <a:rPr lang="en-US" altLang="it-IT" sz="1200"/>
              <a:pPr/>
              <a:t>22</a:t>
            </a:fld>
            <a:endParaRPr lang="en-US" altLang="it-IT" sz="120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Image Placeholder 1">
            <a:extLst>
              <a:ext uri="{FF2B5EF4-FFF2-40B4-BE49-F238E27FC236}">
                <a16:creationId xmlns:a16="http://schemas.microsoft.com/office/drawing/2014/main" id="{5EC59541-87DB-B2D0-4189-F6DE9D3D53C5}"/>
              </a:ext>
            </a:extLst>
          </p:cNvPr>
          <p:cNvSpPr>
            <a:spLocks noGrp="1" noRot="1" noChangeAspect="1" noTextEdit="1"/>
          </p:cNvSpPr>
          <p:nvPr>
            <p:ph type="sldImg"/>
          </p:nvPr>
        </p:nvSpPr>
        <p:spPr>
          <a:ln/>
        </p:spPr>
      </p:sp>
      <p:sp>
        <p:nvSpPr>
          <p:cNvPr id="31747" name="Notes Placeholder 2">
            <a:extLst>
              <a:ext uri="{FF2B5EF4-FFF2-40B4-BE49-F238E27FC236}">
                <a16:creationId xmlns:a16="http://schemas.microsoft.com/office/drawing/2014/main" id="{4A059F7A-8CA0-DD11-7E3C-38C52128E577}"/>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it-IT">
              <a:latin typeface="Times" panose="02020603050405020304" pitchFamily="18" charset="0"/>
            </a:endParaRPr>
          </a:p>
        </p:txBody>
      </p:sp>
      <p:sp>
        <p:nvSpPr>
          <p:cNvPr id="31748" name="Slide Number Placeholder 3">
            <a:extLst>
              <a:ext uri="{FF2B5EF4-FFF2-40B4-BE49-F238E27FC236}">
                <a16:creationId xmlns:a16="http://schemas.microsoft.com/office/drawing/2014/main" id="{DF116E40-0865-C09C-405D-1A0F26204D34}"/>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5D80FBE9-AAB9-4EE1-B54A-F386A7C2E4C1}" type="slidenum">
              <a:rPr lang="en-US" altLang="it-IT" sz="1200"/>
              <a:pPr/>
              <a:t>23</a:t>
            </a:fld>
            <a:endParaRPr lang="en-US" altLang="it-IT" sz="120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a:extLst>
              <a:ext uri="{FF2B5EF4-FFF2-40B4-BE49-F238E27FC236}">
                <a16:creationId xmlns:a16="http://schemas.microsoft.com/office/drawing/2014/main" id="{8C55F57B-B652-E167-5B1B-4D8A0E778CF9}"/>
              </a:ext>
            </a:extLst>
          </p:cNvPr>
          <p:cNvSpPr>
            <a:spLocks noGrp="1" noRot="1" noChangeAspect="1" noTextEdit="1"/>
          </p:cNvSpPr>
          <p:nvPr>
            <p:ph type="sldImg"/>
          </p:nvPr>
        </p:nvSpPr>
        <p:spPr>
          <a:ln/>
        </p:spPr>
      </p:sp>
      <p:sp>
        <p:nvSpPr>
          <p:cNvPr id="33795" name="Notes Placeholder 2">
            <a:extLst>
              <a:ext uri="{FF2B5EF4-FFF2-40B4-BE49-F238E27FC236}">
                <a16:creationId xmlns:a16="http://schemas.microsoft.com/office/drawing/2014/main" id="{1EE82120-0EC1-F04E-FCDE-A0D982A622C7}"/>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it-IT">
              <a:latin typeface="Times" panose="02020603050405020304" pitchFamily="18" charset="0"/>
            </a:endParaRPr>
          </a:p>
        </p:txBody>
      </p:sp>
      <p:sp>
        <p:nvSpPr>
          <p:cNvPr id="33796" name="Slide Number Placeholder 3">
            <a:extLst>
              <a:ext uri="{FF2B5EF4-FFF2-40B4-BE49-F238E27FC236}">
                <a16:creationId xmlns:a16="http://schemas.microsoft.com/office/drawing/2014/main" id="{E4898323-9174-59A1-ADE4-9BA835A98419}"/>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285EE7DE-46CD-43A1-92B2-3C177D296EA4}" type="slidenum">
              <a:rPr lang="en-US" altLang="it-IT" sz="1200"/>
              <a:pPr/>
              <a:t>24</a:t>
            </a:fld>
            <a:endParaRPr lang="en-US" altLang="it-IT"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a:extLst>
              <a:ext uri="{FF2B5EF4-FFF2-40B4-BE49-F238E27FC236}">
                <a16:creationId xmlns:a16="http://schemas.microsoft.com/office/drawing/2014/main" id="{CF5472A1-31F4-1A05-8A3F-C951EE8F1C20}"/>
              </a:ext>
            </a:extLst>
          </p:cNvPr>
          <p:cNvSpPr>
            <a:spLocks noGrp="1" noRot="1" noChangeAspect="1" noTextEdit="1"/>
          </p:cNvSpPr>
          <p:nvPr>
            <p:ph type="sldImg"/>
          </p:nvPr>
        </p:nvSpPr>
        <p:spPr>
          <a:ln/>
        </p:spPr>
      </p:sp>
      <p:sp>
        <p:nvSpPr>
          <p:cNvPr id="35843" name="Notes Placeholder 2">
            <a:extLst>
              <a:ext uri="{FF2B5EF4-FFF2-40B4-BE49-F238E27FC236}">
                <a16:creationId xmlns:a16="http://schemas.microsoft.com/office/drawing/2014/main" id="{72175BDD-1A87-635C-1298-1B0AC7A2A821}"/>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it-IT">
              <a:latin typeface="Times" panose="02020603050405020304" pitchFamily="18" charset="0"/>
            </a:endParaRPr>
          </a:p>
        </p:txBody>
      </p:sp>
      <p:sp>
        <p:nvSpPr>
          <p:cNvPr id="35844" name="Slide Number Placeholder 3">
            <a:extLst>
              <a:ext uri="{FF2B5EF4-FFF2-40B4-BE49-F238E27FC236}">
                <a16:creationId xmlns:a16="http://schemas.microsoft.com/office/drawing/2014/main" id="{A263DA22-4279-AFD1-B09F-2392CA2E6812}"/>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2D1C040C-5310-4795-A1EE-E8A52C99C8A3}" type="slidenum">
              <a:rPr lang="en-US" altLang="it-IT" sz="1200"/>
              <a:pPr/>
              <a:t>25</a:t>
            </a:fld>
            <a:endParaRPr lang="en-US" altLang="it-IT"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1">
            <a:extLst>
              <a:ext uri="{FF2B5EF4-FFF2-40B4-BE49-F238E27FC236}">
                <a16:creationId xmlns:a16="http://schemas.microsoft.com/office/drawing/2014/main" id="{1C0E78A5-1BA8-F061-7D92-B169226D8AE7}"/>
              </a:ext>
            </a:extLst>
          </p:cNvPr>
          <p:cNvSpPr>
            <a:spLocks noGrp="1" noRot="1" noChangeAspect="1" noTextEdit="1"/>
          </p:cNvSpPr>
          <p:nvPr>
            <p:ph type="sldImg"/>
          </p:nvPr>
        </p:nvSpPr>
        <p:spPr>
          <a:ln/>
        </p:spPr>
      </p:sp>
      <p:sp>
        <p:nvSpPr>
          <p:cNvPr id="37891" name="Notes Placeholder 2">
            <a:extLst>
              <a:ext uri="{FF2B5EF4-FFF2-40B4-BE49-F238E27FC236}">
                <a16:creationId xmlns:a16="http://schemas.microsoft.com/office/drawing/2014/main" id="{EF0A304F-C6F7-F894-231D-413632C26F40}"/>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it-IT">
              <a:latin typeface="Times" panose="02020603050405020304" pitchFamily="18" charset="0"/>
            </a:endParaRPr>
          </a:p>
        </p:txBody>
      </p:sp>
      <p:sp>
        <p:nvSpPr>
          <p:cNvPr id="37892" name="Slide Number Placeholder 3">
            <a:extLst>
              <a:ext uri="{FF2B5EF4-FFF2-40B4-BE49-F238E27FC236}">
                <a16:creationId xmlns:a16="http://schemas.microsoft.com/office/drawing/2014/main" id="{2E8AA8FD-DE87-0C95-48AA-6DBE561D03C2}"/>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130B13D7-A55F-43F8-8A0B-F28982C5300D}" type="slidenum">
              <a:rPr lang="en-US" altLang="it-IT" sz="1200"/>
              <a:pPr/>
              <a:t>26</a:t>
            </a:fld>
            <a:endParaRPr lang="en-US" altLang="it-IT" sz="12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Image Placeholder 1">
            <a:extLst>
              <a:ext uri="{FF2B5EF4-FFF2-40B4-BE49-F238E27FC236}">
                <a16:creationId xmlns:a16="http://schemas.microsoft.com/office/drawing/2014/main" id="{D9B8CD51-0166-C588-93F9-49231BBFACCA}"/>
              </a:ext>
            </a:extLst>
          </p:cNvPr>
          <p:cNvSpPr>
            <a:spLocks noGrp="1" noRot="1" noChangeAspect="1" noTextEdit="1"/>
          </p:cNvSpPr>
          <p:nvPr>
            <p:ph type="sldImg"/>
          </p:nvPr>
        </p:nvSpPr>
        <p:spPr>
          <a:ln/>
        </p:spPr>
      </p:sp>
      <p:sp>
        <p:nvSpPr>
          <p:cNvPr id="39939" name="Notes Placeholder 2">
            <a:extLst>
              <a:ext uri="{FF2B5EF4-FFF2-40B4-BE49-F238E27FC236}">
                <a16:creationId xmlns:a16="http://schemas.microsoft.com/office/drawing/2014/main" id="{C52509AB-7162-E06E-19E3-C74BC7277BF1}"/>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it-IT">
              <a:latin typeface="Times" panose="02020603050405020304" pitchFamily="18" charset="0"/>
            </a:endParaRPr>
          </a:p>
        </p:txBody>
      </p:sp>
      <p:sp>
        <p:nvSpPr>
          <p:cNvPr id="39940" name="Slide Number Placeholder 3">
            <a:extLst>
              <a:ext uri="{FF2B5EF4-FFF2-40B4-BE49-F238E27FC236}">
                <a16:creationId xmlns:a16="http://schemas.microsoft.com/office/drawing/2014/main" id="{76CFB2DF-832F-747B-1A4E-A77704E46D54}"/>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fld id="{ECC15E3D-4E96-44E7-A493-1CD422808ADF}" type="slidenum">
              <a:rPr lang="en-US" altLang="it-IT" sz="1200"/>
              <a:pPr/>
              <a:t>27</a:t>
            </a:fld>
            <a:endParaRPr lang="en-US" altLang="it-IT" sz="120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EBEE8C04-AFE5-EE74-9F55-F84E34064618}"/>
              </a:ext>
            </a:extLst>
          </p:cNvPr>
          <p:cNvSpPr>
            <a:spLocks noChangeArrowheads="1"/>
          </p:cNvSpPr>
          <p:nvPr/>
        </p:nvSpPr>
        <p:spPr bwMode="auto">
          <a:xfrm>
            <a:off x="388620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19050" tIns="0" rIns="19050" bIns="0"/>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algn="r"/>
            <a:r>
              <a:rPr lang="en-GB" altLang="en-US" sz="1000" i="1">
                <a:latin typeface="Arial" panose="020B0604020202020204" pitchFamily="34" charset="0"/>
              </a:rPr>
              <a:t>07/16/96</a:t>
            </a:r>
          </a:p>
        </p:txBody>
      </p:sp>
      <p:sp>
        <p:nvSpPr>
          <p:cNvPr id="43011" name="Rectangle 3">
            <a:extLst>
              <a:ext uri="{FF2B5EF4-FFF2-40B4-BE49-F238E27FC236}">
                <a16:creationId xmlns:a16="http://schemas.microsoft.com/office/drawing/2014/main" id="{9862C19F-3CBB-40FF-9F59-EED51D88E80A}"/>
              </a:ext>
            </a:extLst>
          </p:cNvPr>
          <p:cNvSpPr>
            <a:spLocks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19050" tIns="0" rIns="19050" bIns="0" anchor="b"/>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algn="r"/>
            <a:r>
              <a:rPr lang="en-GB" altLang="en-US" sz="1000" i="1">
                <a:latin typeface="Arial" panose="020B0604020202020204" pitchFamily="34" charset="0"/>
              </a:rPr>
              <a:t>##</a:t>
            </a:r>
          </a:p>
        </p:txBody>
      </p:sp>
      <p:sp>
        <p:nvSpPr>
          <p:cNvPr id="43012" name="Rectangle 4">
            <a:extLst>
              <a:ext uri="{FF2B5EF4-FFF2-40B4-BE49-F238E27FC236}">
                <a16:creationId xmlns:a16="http://schemas.microsoft.com/office/drawing/2014/main" id="{339801F6-BAC6-E2AA-4070-7BF0887DB9C6}"/>
              </a:ext>
            </a:extLst>
          </p:cNvPr>
          <p:cNvSpPr>
            <a:spLocks noChangeArrowheads="1"/>
          </p:cNvSpPr>
          <p:nvPr/>
        </p:nvSpPr>
        <p:spPr bwMode="auto">
          <a:xfrm>
            <a:off x="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19050" tIns="0" rIns="19050" bIns="0" anchor="b"/>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GB" altLang="en-US" sz="1000" i="1">
                <a:latin typeface="Arial" panose="020B0604020202020204" pitchFamily="34" charset="0"/>
              </a:rPr>
              <a:t>*</a:t>
            </a:r>
          </a:p>
        </p:txBody>
      </p:sp>
      <p:sp>
        <p:nvSpPr>
          <p:cNvPr id="43013" name="Rectangle 5">
            <a:extLst>
              <a:ext uri="{FF2B5EF4-FFF2-40B4-BE49-F238E27FC236}">
                <a16:creationId xmlns:a16="http://schemas.microsoft.com/office/drawing/2014/main" id="{C6E501B1-4028-37CD-8E2D-D774048DE9A7}"/>
              </a:ext>
            </a:extLst>
          </p:cNvPr>
          <p:cNvSpPr>
            <a:spLocks noChangeArrowheads="1"/>
          </p:cNvSpPr>
          <p:nvPr/>
        </p:nvSpPr>
        <p:spPr bwMode="auto">
          <a:xfrm>
            <a:off x="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19050" tIns="0" rIns="19050" bIns="0"/>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GB" altLang="en-US" sz="1000" i="1">
                <a:latin typeface="Arial" panose="020B0604020202020204" pitchFamily="34" charset="0"/>
              </a:rPr>
              <a:t>*</a:t>
            </a:r>
          </a:p>
        </p:txBody>
      </p:sp>
      <p:sp>
        <p:nvSpPr>
          <p:cNvPr id="43014" name="Rectangle 6">
            <a:extLst>
              <a:ext uri="{FF2B5EF4-FFF2-40B4-BE49-F238E27FC236}">
                <a16:creationId xmlns:a16="http://schemas.microsoft.com/office/drawing/2014/main" id="{C6F8ACD6-60A0-18A1-2E0B-799F5FE0DE80}"/>
              </a:ext>
            </a:extLst>
          </p:cNvPr>
          <p:cNvSpPr>
            <a:spLocks noGrp="1" noRot="1" noChangeAspect="1" noChangeArrowheads="1" noTextEdit="1"/>
          </p:cNvSpPr>
          <p:nvPr>
            <p:ph type="sldImg"/>
          </p:nvPr>
        </p:nvSpPr>
        <p:spPr>
          <a:xfrm>
            <a:off x="1150938" y="692150"/>
            <a:ext cx="4556125" cy="3416300"/>
          </a:xfrm>
          <a:ln cap="flat"/>
        </p:spPr>
      </p:sp>
      <p:sp>
        <p:nvSpPr>
          <p:cNvPr id="43015" name="Rectangle 7">
            <a:extLst>
              <a:ext uri="{FF2B5EF4-FFF2-40B4-BE49-F238E27FC236}">
                <a16:creationId xmlns:a16="http://schemas.microsoft.com/office/drawing/2014/main" id="{64B54662-DB33-A1D4-A39C-EEC209D40E9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altLang="en-US">
                <a:latin typeface="Times" panose="02020603050405020304" pitchFamily="18" charset="0"/>
              </a:rPr>
              <a:t>Dr Meredith Belbin conducted research over several years into the working of teams and the roles of team members. He found that</a:t>
            </a:r>
          </a:p>
          <a:p>
            <a:pPr>
              <a:buFontTx/>
              <a:buChar char="•"/>
            </a:pPr>
            <a:r>
              <a:rPr lang="en-GB" altLang="en-US">
                <a:latin typeface="Times" panose="02020603050405020304" pitchFamily="18" charset="0"/>
              </a:rPr>
              <a:t> in general team members have dual roles: their job role (e.g. accountant, in team because of financial expertise) and their team role - which is the fct they perform in the team</a:t>
            </a:r>
          </a:p>
          <a:p>
            <a:pPr>
              <a:buFontTx/>
              <a:buChar char="•"/>
            </a:pPr>
            <a:r>
              <a:rPr lang="en-GB" altLang="en-US">
                <a:latin typeface="Times" panose="02020603050405020304" pitchFamily="18" charset="0"/>
              </a:rPr>
              <a:t> one of the things that makes team working more complex than it might appear on the surface is that team members are usually selected for a team on the basis of their job role - specialist expertise, skill, knowledge or representation they bring - but their team role (often unspoken and unidentified)  affects the successful  working of the team </a:t>
            </a:r>
          </a:p>
          <a:p>
            <a:pPr>
              <a:buFontTx/>
              <a:buChar char="•"/>
            </a:pPr>
            <a:r>
              <a:rPr lang="en-GB" altLang="en-US">
                <a:latin typeface="Times" panose="02020603050405020304" pitchFamily="18" charset="0"/>
              </a:rPr>
              <a:t> what are these team roles? Belbin found they were based on these four principal factors: intelligence, dominance, extroversion, stability</a:t>
            </a:r>
          </a:p>
          <a:p>
            <a:pPr>
              <a:buFontTx/>
              <a:buChar char="•"/>
            </a:pPr>
            <a:r>
              <a:rPr lang="en-GB" altLang="en-US">
                <a:latin typeface="Times" panose="02020603050405020304" pitchFamily="18" charset="0"/>
              </a:rPr>
              <a:t> each of the different team roles he identified has these four principal factors in greater or lesser degree. His research characterised the nine different team roles according to these factors, and according to the way in which they behaved in their team role.</a:t>
            </a: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emf"/><Relationship Id="rId1" Type="http://schemas.openxmlformats.org/officeDocument/2006/relationships/slideMaster" Target="../slideMasters/slideMaster1.xml"/><Relationship Id="rId4" Type="http://schemas.openxmlformats.org/officeDocument/2006/relationships/image" Target="../media/image3.jpe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Holding Slide">
    <p:bg>
      <p:bgPr>
        <a:solidFill>
          <a:schemeClr val="bg2"/>
        </a:solidFill>
        <a:effectLst/>
      </p:bgPr>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A285605F-D07D-C040-859B-77CD8E038E7B}"/>
              </a:ext>
            </a:extLst>
          </p:cNvPr>
          <p:cNvPicPr>
            <a:picLocks noChangeAspect="1"/>
          </p:cNvPicPr>
          <p:nvPr userDrawn="1"/>
        </p:nvPicPr>
        <p:blipFill>
          <a:blip r:embed="rId2"/>
          <a:srcRect/>
          <a:stretch/>
        </p:blipFill>
        <p:spPr>
          <a:xfrm>
            <a:off x="3533400" y="2560895"/>
            <a:ext cx="2077200" cy="1736212"/>
          </a:xfrm>
          <a:prstGeom prst="rect">
            <a:avLst/>
          </a:prstGeom>
        </p:spPr>
      </p:pic>
      <p:sp>
        <p:nvSpPr>
          <p:cNvPr id="14" name="Rectangle 13">
            <a:extLst>
              <a:ext uri="{FF2B5EF4-FFF2-40B4-BE49-F238E27FC236}">
                <a16:creationId xmlns:a16="http://schemas.microsoft.com/office/drawing/2014/main" id="{B1EDAA04-B5C8-B946-A933-3407EAB3BFC7}"/>
              </a:ext>
            </a:extLst>
          </p:cNvPr>
          <p:cNvSpPr/>
          <p:nvPr userDrawn="1"/>
        </p:nvSpPr>
        <p:spPr>
          <a:xfrm>
            <a:off x="216707" y="209904"/>
            <a:ext cx="8710585" cy="6438192"/>
          </a:xfrm>
          <a:prstGeom prst="rect">
            <a:avLst/>
          </a:prstGeom>
          <a:blipFill>
            <a:blip r:embed="rId3"/>
            <a:srcRect/>
            <a:stretch>
              <a:fillRect l="-20906" t="-3260" r="-19917" b="-4014"/>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14">
            <a:extLst>
              <a:ext uri="{FF2B5EF4-FFF2-40B4-BE49-F238E27FC236}">
                <a16:creationId xmlns:a16="http://schemas.microsoft.com/office/drawing/2014/main" id="{B2D70B35-1C29-1048-88E8-A6C08C249BC5}"/>
              </a:ext>
            </a:extLst>
          </p:cNvPr>
          <p:cNvPicPr>
            <a:picLocks noChangeAspect="1"/>
          </p:cNvPicPr>
          <p:nvPr userDrawn="1"/>
        </p:nvPicPr>
        <p:blipFill>
          <a:blip r:embed="rId2"/>
          <a:srcRect/>
          <a:stretch/>
        </p:blipFill>
        <p:spPr>
          <a:xfrm>
            <a:off x="3533399" y="2777720"/>
            <a:ext cx="2077200" cy="1302561"/>
          </a:xfrm>
          <a:prstGeom prst="rect">
            <a:avLst/>
          </a:prstGeom>
        </p:spPr>
      </p:pic>
      <p:pic>
        <p:nvPicPr>
          <p:cNvPr id="16" name="Picture 15">
            <a:extLst>
              <a:ext uri="{FF2B5EF4-FFF2-40B4-BE49-F238E27FC236}">
                <a16:creationId xmlns:a16="http://schemas.microsoft.com/office/drawing/2014/main" id="{8760E858-4350-B946-B3F8-FBCA4837201F}"/>
              </a:ext>
            </a:extLst>
          </p:cNvPr>
          <p:cNvPicPr>
            <a:picLocks noChangeAspect="1"/>
          </p:cNvPicPr>
          <p:nvPr userDrawn="1"/>
        </p:nvPicPr>
        <p:blipFill>
          <a:blip r:embed="rId4"/>
          <a:srcRect/>
          <a:stretch/>
        </p:blipFill>
        <p:spPr>
          <a:xfrm>
            <a:off x="8841842" y="5454728"/>
            <a:ext cx="302158" cy="943404"/>
          </a:xfrm>
          <a:prstGeom prst="rect">
            <a:avLst/>
          </a:prstGeom>
        </p:spPr>
      </p:pic>
    </p:spTree>
    <p:extLst>
      <p:ext uri="{BB962C8B-B14F-4D97-AF65-F5344CB8AC3E}">
        <p14:creationId xmlns:p14="http://schemas.microsoft.com/office/powerpoint/2010/main" val="23882730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Keele Hall">
    <p:bg>
      <p:bgPr>
        <a:solidFill>
          <a:schemeClr val="bg2"/>
        </a:solidFill>
        <a:effectLst/>
      </p:bgPr>
    </p:bg>
    <p:spTree>
      <p:nvGrpSpPr>
        <p:cNvPr id="1" name=""/>
        <p:cNvGrpSpPr/>
        <p:nvPr/>
      </p:nvGrpSpPr>
      <p:grpSpPr>
        <a:xfrm>
          <a:off x="0" y="0"/>
          <a:ext cx="0" cy="0"/>
          <a:chOff x="0" y="0"/>
          <a:chExt cx="0" cy="0"/>
        </a:xfrm>
      </p:grpSpPr>
      <p:pic>
        <p:nvPicPr>
          <p:cNvPr id="14" name="Picture 13" descr="A lake with trees and a castle in the background&#10;&#10;Description automatically generated with low confidence">
            <a:extLst>
              <a:ext uri="{FF2B5EF4-FFF2-40B4-BE49-F238E27FC236}">
                <a16:creationId xmlns:a16="http://schemas.microsoft.com/office/drawing/2014/main" id="{903415E3-787B-AC44-AFD9-A308CF54861E}"/>
              </a:ext>
            </a:extLst>
          </p:cNvPr>
          <p:cNvPicPr>
            <a:picLocks noChangeAspect="1"/>
          </p:cNvPicPr>
          <p:nvPr userDrawn="1"/>
        </p:nvPicPr>
        <p:blipFill rotWithShape="1">
          <a:blip r:embed="rId2"/>
          <a:srcRect t="725" b="725"/>
          <a:stretch/>
        </p:blipFill>
        <p:spPr>
          <a:xfrm>
            <a:off x="216705" y="209904"/>
            <a:ext cx="8710585" cy="6438192"/>
          </a:xfrm>
          <a:prstGeom prst="rect">
            <a:avLst/>
          </a:prstGeom>
        </p:spPr>
      </p:pic>
      <p:sp>
        <p:nvSpPr>
          <p:cNvPr id="15" name="Title 1">
            <a:extLst>
              <a:ext uri="{FF2B5EF4-FFF2-40B4-BE49-F238E27FC236}">
                <a16:creationId xmlns:a16="http://schemas.microsoft.com/office/drawing/2014/main" id="{7456E8E9-6C2F-184D-9DFF-CBB0FB851E2B}"/>
              </a:ext>
            </a:extLst>
          </p:cNvPr>
          <p:cNvSpPr>
            <a:spLocks noGrp="1"/>
          </p:cNvSpPr>
          <p:nvPr>
            <p:ph type="title" hasCustomPrompt="1"/>
          </p:nvPr>
        </p:nvSpPr>
        <p:spPr>
          <a:xfrm>
            <a:off x="541862" y="4305570"/>
            <a:ext cx="7837518" cy="1280067"/>
          </a:xfrm>
        </p:spPr>
        <p:txBody>
          <a:bodyPr lIns="0" tIns="0" rIns="0" bIns="0" anchor="ctr" anchorCtr="0">
            <a:normAutofit/>
          </a:bodyPr>
          <a:lstStyle>
            <a:lvl1pPr>
              <a:defRPr sz="3001" baseline="0">
                <a:solidFill>
                  <a:schemeClr val="bg1"/>
                </a:solidFill>
                <a:latin typeface="Palatino Linotype" panose="02040502050505030304" pitchFamily="18" charset="0"/>
              </a:defRPr>
            </a:lvl1pPr>
          </a:lstStyle>
          <a:p>
            <a:r>
              <a:rPr lang="en-GB" sz="2701" b="0" i="0">
                <a:solidFill>
                  <a:schemeClr val="bg1"/>
                </a:solidFill>
                <a:latin typeface="Palatino Linotype" panose="02040502050505030304" pitchFamily="18" charset="0"/>
                <a:ea typeface="Palatino" pitchFamily="2" charset="77"/>
                <a:cs typeface="Arial" panose="020B0604020202020204" pitchFamily="34" charset="0"/>
              </a:rPr>
              <a:t>Presentation title Palatino 36 point</a:t>
            </a:r>
            <a:br>
              <a:rPr lang="en-GB" sz="2701" b="0" i="0">
                <a:solidFill>
                  <a:schemeClr val="bg1"/>
                </a:solidFill>
                <a:latin typeface="Palatino Linotype" panose="02040502050505030304" pitchFamily="18" charset="0"/>
                <a:ea typeface="Palatino" pitchFamily="2" charset="77"/>
                <a:cs typeface="Arial" panose="020B0604020202020204" pitchFamily="34" charset="0"/>
              </a:rPr>
            </a:br>
            <a:r>
              <a:rPr lang="en-GB" sz="2701" b="0" i="0">
                <a:solidFill>
                  <a:schemeClr val="bg1"/>
                </a:solidFill>
                <a:latin typeface="Palatino Linotype" panose="02040502050505030304" pitchFamily="18" charset="0"/>
                <a:ea typeface="Palatino" pitchFamily="2" charset="77"/>
                <a:cs typeface="Arial" panose="020B0604020202020204" pitchFamily="34" charset="0"/>
              </a:rPr>
              <a:t>Additional line if required</a:t>
            </a:r>
            <a:endParaRPr lang="en-US" sz="2701" b="0" i="0">
              <a:solidFill>
                <a:schemeClr val="bg1"/>
              </a:solidFill>
              <a:latin typeface="Palatino Linotype" panose="02040502050505030304" pitchFamily="18" charset="0"/>
              <a:ea typeface="Palatino" pitchFamily="2" charset="77"/>
              <a:cs typeface="Arial" panose="020B0604020202020204" pitchFamily="34" charset="0"/>
            </a:endParaRPr>
          </a:p>
        </p:txBody>
      </p:sp>
      <p:sp>
        <p:nvSpPr>
          <p:cNvPr id="16" name="Text Placeholder 24">
            <a:extLst>
              <a:ext uri="{FF2B5EF4-FFF2-40B4-BE49-F238E27FC236}">
                <a16:creationId xmlns:a16="http://schemas.microsoft.com/office/drawing/2014/main" id="{F90FA749-EFA0-094B-BCD9-63C9CBF23940}"/>
              </a:ext>
            </a:extLst>
          </p:cNvPr>
          <p:cNvSpPr>
            <a:spLocks noGrp="1"/>
          </p:cNvSpPr>
          <p:nvPr>
            <p:ph type="body" sz="quarter" idx="10" hasCustomPrompt="1"/>
          </p:nvPr>
        </p:nvSpPr>
        <p:spPr>
          <a:xfrm>
            <a:off x="541862" y="5701175"/>
            <a:ext cx="7837518" cy="519078"/>
          </a:xfrm>
        </p:spPr>
        <p:txBody>
          <a:bodyPr lIns="0" tIns="0" rIns="0" bIns="0">
            <a:normAutofit/>
          </a:bodyPr>
          <a:lstStyle>
            <a:lvl1pPr marL="0" indent="0">
              <a:lnSpc>
                <a:spcPct val="150000"/>
              </a:lnSpc>
              <a:spcBef>
                <a:spcPts val="0"/>
              </a:spcBef>
              <a:buNone/>
              <a:defRPr sz="1600" b="0" cap="all" baseline="0">
                <a:solidFill>
                  <a:schemeClr val="bg1"/>
                </a:solidFill>
                <a:latin typeface="Arial" panose="020B0604020202020204" pitchFamily="34" charset="0"/>
              </a:defRPr>
            </a:lvl1pPr>
            <a:lvl2pPr marL="342994" indent="0">
              <a:buNone/>
              <a:defRPr>
                <a:solidFill>
                  <a:schemeClr val="bg1"/>
                </a:solidFill>
              </a:defRPr>
            </a:lvl2pPr>
            <a:lvl3pPr marL="685987" indent="0">
              <a:buNone/>
              <a:defRPr>
                <a:solidFill>
                  <a:schemeClr val="bg1"/>
                </a:solidFill>
              </a:defRPr>
            </a:lvl3pPr>
            <a:lvl4pPr marL="1028982" indent="0">
              <a:buNone/>
              <a:defRPr>
                <a:solidFill>
                  <a:schemeClr val="bg1"/>
                </a:solidFill>
              </a:defRPr>
            </a:lvl4pPr>
            <a:lvl5pPr marL="1371976" indent="0">
              <a:buNone/>
              <a:defRPr>
                <a:solidFill>
                  <a:schemeClr val="bg1"/>
                </a:solidFill>
              </a:defRPr>
            </a:lvl5pPr>
          </a:lstStyle>
          <a:p>
            <a:pPr>
              <a:lnSpc>
                <a:spcPct val="120000"/>
              </a:lnSpc>
            </a:pPr>
            <a:r>
              <a:rPr lang="en-GB" sz="1800">
                <a:solidFill>
                  <a:schemeClr val="bg1"/>
                </a:solidFill>
                <a:latin typeface="Arial" panose="020B0604020202020204" pitchFamily="34" charset="0"/>
                <a:cs typeface="Arial" panose="020B0604020202020204" pitchFamily="34" charset="0"/>
              </a:rPr>
              <a:t>Presentation sub-title Arial 24 point</a:t>
            </a:r>
          </a:p>
        </p:txBody>
      </p:sp>
      <p:cxnSp>
        <p:nvCxnSpPr>
          <p:cNvPr id="17" name="Straight Connector 16">
            <a:extLst>
              <a:ext uri="{FF2B5EF4-FFF2-40B4-BE49-F238E27FC236}">
                <a16:creationId xmlns:a16="http://schemas.microsoft.com/office/drawing/2014/main" id="{95E0A54B-CA70-1D48-88A3-267B0821351C}"/>
              </a:ext>
            </a:extLst>
          </p:cNvPr>
          <p:cNvCxnSpPr>
            <a:cxnSpLocks noChangeShapeType="1"/>
          </p:cNvCxnSpPr>
          <p:nvPr userDrawn="1"/>
        </p:nvCxnSpPr>
        <p:spPr bwMode="auto">
          <a:xfrm>
            <a:off x="541862" y="5588235"/>
            <a:ext cx="7837519" cy="0"/>
          </a:xfrm>
          <a:prstGeom prst="line">
            <a:avLst/>
          </a:prstGeom>
          <a:ln w="1270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headEnd/>
            <a:tailEnd/>
          </a:ln>
          <a:extLst>
            <a:ext uri="{909E8E84-426E-40DD-AFC4-6F175D3DCCD1}">
              <a14:hiddenFill xmlns:a14="http://schemas.microsoft.com/office/drawing/2010/main">
                <a:noFill/>
              </a14:hiddenFill>
            </a:ext>
          </a:extLst>
        </p:spPr>
        <p:style>
          <a:lnRef idx="1">
            <a:schemeClr val="dk1"/>
          </a:lnRef>
          <a:fillRef idx="0">
            <a:schemeClr val="dk1"/>
          </a:fillRef>
          <a:effectRef idx="0">
            <a:schemeClr val="dk1"/>
          </a:effectRef>
          <a:fontRef idx="minor">
            <a:schemeClr val="tx1"/>
          </a:fontRef>
        </p:style>
      </p:cxnSp>
      <p:pic>
        <p:nvPicPr>
          <p:cNvPr id="18" name="Picture 17">
            <a:extLst>
              <a:ext uri="{FF2B5EF4-FFF2-40B4-BE49-F238E27FC236}">
                <a16:creationId xmlns:a16="http://schemas.microsoft.com/office/drawing/2014/main" id="{651DA84F-43EE-1B4E-99D0-D18C0F8B5DF1}"/>
              </a:ext>
            </a:extLst>
          </p:cNvPr>
          <p:cNvPicPr>
            <a:picLocks noChangeAspect="1"/>
          </p:cNvPicPr>
          <p:nvPr userDrawn="1"/>
        </p:nvPicPr>
        <p:blipFill>
          <a:blip r:embed="rId3"/>
          <a:srcRect/>
          <a:stretch/>
        </p:blipFill>
        <p:spPr>
          <a:xfrm>
            <a:off x="8841842" y="5454728"/>
            <a:ext cx="302158" cy="943404"/>
          </a:xfrm>
          <a:prstGeom prst="rect">
            <a:avLst/>
          </a:prstGeom>
        </p:spPr>
      </p:pic>
      <p:cxnSp>
        <p:nvCxnSpPr>
          <p:cNvPr id="19" name="Straight Connector 18">
            <a:extLst>
              <a:ext uri="{FF2B5EF4-FFF2-40B4-BE49-F238E27FC236}">
                <a16:creationId xmlns:a16="http://schemas.microsoft.com/office/drawing/2014/main" id="{2A441AFD-907C-4F4B-A62A-499AE5AB887C}"/>
              </a:ext>
            </a:extLst>
          </p:cNvPr>
          <p:cNvCxnSpPr>
            <a:cxnSpLocks noChangeShapeType="1"/>
          </p:cNvCxnSpPr>
          <p:nvPr userDrawn="1"/>
        </p:nvCxnSpPr>
        <p:spPr bwMode="auto">
          <a:xfrm>
            <a:off x="541862" y="5588235"/>
            <a:ext cx="7837519" cy="0"/>
          </a:xfrm>
          <a:prstGeom prst="line">
            <a:avLst/>
          </a:prstGeom>
          <a:ln w="1270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headEnd/>
            <a:tailEnd/>
          </a:ln>
          <a:extLst>
            <a:ext uri="{909E8E84-426E-40DD-AFC4-6F175D3DCCD1}">
              <a14:hiddenFill xmlns:a14="http://schemas.microsoft.com/office/drawing/2010/main">
                <a:noFill/>
              </a14:hiddenFill>
            </a:ext>
          </a:extLst>
        </p:spPr>
        <p:style>
          <a:lnRef idx="1">
            <a:schemeClr val="dk1"/>
          </a:lnRef>
          <a:fillRef idx="0">
            <a:schemeClr val="dk1"/>
          </a:fillRef>
          <a:effectRef idx="0">
            <a:schemeClr val="dk1"/>
          </a:effectRef>
          <a:fontRef idx="minor">
            <a:schemeClr val="tx1"/>
          </a:fontRef>
        </p:style>
      </p:cxnSp>
      <p:pic>
        <p:nvPicPr>
          <p:cNvPr id="20" name="Picture 19">
            <a:extLst>
              <a:ext uri="{FF2B5EF4-FFF2-40B4-BE49-F238E27FC236}">
                <a16:creationId xmlns:a16="http://schemas.microsoft.com/office/drawing/2014/main" id="{9B4C4911-B05A-6743-ACE4-06231C4AB54D}"/>
              </a:ext>
            </a:extLst>
          </p:cNvPr>
          <p:cNvPicPr>
            <a:picLocks noChangeAspect="1"/>
          </p:cNvPicPr>
          <p:nvPr userDrawn="1"/>
        </p:nvPicPr>
        <p:blipFill>
          <a:blip r:embed="rId3"/>
          <a:srcRect/>
          <a:stretch/>
        </p:blipFill>
        <p:spPr>
          <a:xfrm>
            <a:off x="8841842" y="5454728"/>
            <a:ext cx="302158" cy="943404"/>
          </a:xfrm>
          <a:prstGeom prst="rect">
            <a:avLst/>
          </a:prstGeom>
        </p:spPr>
      </p:pic>
      <p:cxnSp>
        <p:nvCxnSpPr>
          <p:cNvPr id="21" name="Straight Connector 20">
            <a:extLst>
              <a:ext uri="{FF2B5EF4-FFF2-40B4-BE49-F238E27FC236}">
                <a16:creationId xmlns:a16="http://schemas.microsoft.com/office/drawing/2014/main" id="{F86FC26A-38A1-044B-839E-3DD160075535}"/>
              </a:ext>
            </a:extLst>
          </p:cNvPr>
          <p:cNvCxnSpPr>
            <a:cxnSpLocks noChangeShapeType="1"/>
          </p:cNvCxnSpPr>
          <p:nvPr userDrawn="1"/>
        </p:nvCxnSpPr>
        <p:spPr bwMode="auto">
          <a:xfrm>
            <a:off x="541862" y="5588235"/>
            <a:ext cx="7837519" cy="0"/>
          </a:xfrm>
          <a:prstGeom prst="line">
            <a:avLst/>
          </a:prstGeom>
          <a:ln w="1270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headEnd/>
            <a:tailEnd/>
          </a:ln>
          <a:extLst>
            <a:ext uri="{909E8E84-426E-40DD-AFC4-6F175D3DCCD1}">
              <a14:hiddenFill xmlns:a14="http://schemas.microsoft.com/office/drawing/2010/main">
                <a:noFill/>
              </a14:hiddenFill>
            </a:ext>
          </a:extLst>
        </p:spPr>
        <p:style>
          <a:lnRef idx="1">
            <a:schemeClr val="dk1"/>
          </a:lnRef>
          <a:fillRef idx="0">
            <a:schemeClr val="dk1"/>
          </a:fillRef>
          <a:effectRef idx="0">
            <a:schemeClr val="dk1"/>
          </a:effectRef>
          <a:fontRef idx="minor">
            <a:schemeClr val="tx1"/>
          </a:fontRef>
        </p:style>
      </p:cxnSp>
      <p:pic>
        <p:nvPicPr>
          <p:cNvPr id="22" name="Picture 21">
            <a:extLst>
              <a:ext uri="{FF2B5EF4-FFF2-40B4-BE49-F238E27FC236}">
                <a16:creationId xmlns:a16="http://schemas.microsoft.com/office/drawing/2014/main" id="{89E1BEC4-2EDD-1A41-9251-B5165532A86C}"/>
              </a:ext>
            </a:extLst>
          </p:cNvPr>
          <p:cNvPicPr>
            <a:picLocks noChangeAspect="1"/>
          </p:cNvPicPr>
          <p:nvPr userDrawn="1"/>
        </p:nvPicPr>
        <p:blipFill>
          <a:blip r:embed="rId3"/>
          <a:srcRect/>
          <a:stretch/>
        </p:blipFill>
        <p:spPr>
          <a:xfrm>
            <a:off x="8841842" y="5454728"/>
            <a:ext cx="302158" cy="943404"/>
          </a:xfrm>
          <a:prstGeom prst="rect">
            <a:avLst/>
          </a:prstGeom>
        </p:spPr>
      </p:pic>
    </p:spTree>
    <p:extLst>
      <p:ext uri="{BB962C8B-B14F-4D97-AF65-F5344CB8AC3E}">
        <p14:creationId xmlns:p14="http://schemas.microsoft.com/office/powerpoint/2010/main" val="35818354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Union Square">
    <p:bg>
      <p:bgPr>
        <a:solidFill>
          <a:schemeClr val="bg2"/>
        </a:solidFill>
        <a:effectLst/>
      </p:bgPr>
    </p:bg>
    <p:spTree>
      <p:nvGrpSpPr>
        <p:cNvPr id="1" name=""/>
        <p:cNvGrpSpPr/>
        <p:nvPr/>
      </p:nvGrpSpPr>
      <p:grpSpPr>
        <a:xfrm>
          <a:off x="0" y="0"/>
          <a:ext cx="0" cy="0"/>
          <a:chOff x="0" y="0"/>
          <a:chExt cx="0" cy="0"/>
        </a:xfrm>
      </p:grpSpPr>
      <p:pic>
        <p:nvPicPr>
          <p:cNvPr id="13" name="Picture 12" descr="A picture containing road, outdoor, night&#10;&#10;Description automatically generated">
            <a:extLst>
              <a:ext uri="{FF2B5EF4-FFF2-40B4-BE49-F238E27FC236}">
                <a16:creationId xmlns:a16="http://schemas.microsoft.com/office/drawing/2014/main" id="{9F9F92E9-3A4A-8F40-AA93-E6749330E6AD}"/>
              </a:ext>
            </a:extLst>
          </p:cNvPr>
          <p:cNvPicPr>
            <a:picLocks noChangeAspect="1"/>
          </p:cNvPicPr>
          <p:nvPr userDrawn="1"/>
        </p:nvPicPr>
        <p:blipFill rotWithShape="1">
          <a:blip r:embed="rId2"/>
          <a:srcRect t="1451"/>
          <a:stretch/>
        </p:blipFill>
        <p:spPr>
          <a:xfrm>
            <a:off x="216707" y="209904"/>
            <a:ext cx="8710585" cy="6438192"/>
          </a:xfrm>
          <a:prstGeom prst="rect">
            <a:avLst/>
          </a:prstGeom>
        </p:spPr>
      </p:pic>
      <p:sp>
        <p:nvSpPr>
          <p:cNvPr id="14" name="Title 1">
            <a:extLst>
              <a:ext uri="{FF2B5EF4-FFF2-40B4-BE49-F238E27FC236}">
                <a16:creationId xmlns:a16="http://schemas.microsoft.com/office/drawing/2014/main" id="{6AEE28B4-3D2F-0A4A-819C-F5BA4473C8E8}"/>
              </a:ext>
            </a:extLst>
          </p:cNvPr>
          <p:cNvSpPr>
            <a:spLocks noGrp="1"/>
          </p:cNvSpPr>
          <p:nvPr>
            <p:ph type="title" hasCustomPrompt="1"/>
          </p:nvPr>
        </p:nvSpPr>
        <p:spPr>
          <a:xfrm>
            <a:off x="541862" y="943147"/>
            <a:ext cx="7837518" cy="1280057"/>
          </a:xfrm>
        </p:spPr>
        <p:txBody>
          <a:bodyPr lIns="0" tIns="0" rIns="0" bIns="0" anchor="ctr" anchorCtr="0">
            <a:normAutofit/>
          </a:bodyPr>
          <a:lstStyle>
            <a:lvl1pPr>
              <a:defRPr sz="3001" baseline="0">
                <a:solidFill>
                  <a:schemeClr val="bg1"/>
                </a:solidFill>
                <a:latin typeface="Palatino Linotype" panose="02040502050505030304" pitchFamily="18" charset="0"/>
              </a:defRPr>
            </a:lvl1pPr>
          </a:lstStyle>
          <a:p>
            <a:r>
              <a:rPr lang="en-GB" sz="2701" b="0" i="0">
                <a:solidFill>
                  <a:schemeClr val="bg1"/>
                </a:solidFill>
                <a:latin typeface="Palatino Linotype" panose="02040502050505030304" pitchFamily="18" charset="0"/>
                <a:ea typeface="Palatino" pitchFamily="2" charset="77"/>
                <a:cs typeface="Arial" panose="020B0604020202020204" pitchFamily="34" charset="0"/>
              </a:rPr>
              <a:t>Presentation title Palatino 36 point</a:t>
            </a:r>
            <a:br>
              <a:rPr lang="en-GB" sz="2701" b="0" i="0">
                <a:solidFill>
                  <a:schemeClr val="bg1"/>
                </a:solidFill>
                <a:latin typeface="Palatino Linotype" panose="02040502050505030304" pitchFamily="18" charset="0"/>
                <a:ea typeface="Palatino" pitchFamily="2" charset="77"/>
                <a:cs typeface="Arial" panose="020B0604020202020204" pitchFamily="34" charset="0"/>
              </a:rPr>
            </a:br>
            <a:r>
              <a:rPr lang="en-GB" sz="2701" b="0" i="0">
                <a:solidFill>
                  <a:schemeClr val="bg1"/>
                </a:solidFill>
                <a:latin typeface="Palatino Linotype" panose="02040502050505030304" pitchFamily="18" charset="0"/>
                <a:ea typeface="Palatino" pitchFamily="2" charset="77"/>
                <a:cs typeface="Arial" panose="020B0604020202020204" pitchFamily="34" charset="0"/>
              </a:rPr>
              <a:t>Additional line if required</a:t>
            </a:r>
            <a:endParaRPr lang="en-US" sz="2701" b="0" i="0">
              <a:solidFill>
                <a:schemeClr val="bg1"/>
              </a:solidFill>
              <a:latin typeface="Palatino Linotype" panose="02040502050505030304" pitchFamily="18" charset="0"/>
              <a:ea typeface="Palatino" pitchFamily="2" charset="77"/>
              <a:cs typeface="Arial" panose="020B0604020202020204" pitchFamily="34" charset="0"/>
            </a:endParaRPr>
          </a:p>
        </p:txBody>
      </p:sp>
      <p:sp>
        <p:nvSpPr>
          <p:cNvPr id="15" name="Text Placeholder 24">
            <a:extLst>
              <a:ext uri="{FF2B5EF4-FFF2-40B4-BE49-F238E27FC236}">
                <a16:creationId xmlns:a16="http://schemas.microsoft.com/office/drawing/2014/main" id="{202F8BEC-0357-BB41-BDA6-194B597A0F9D}"/>
              </a:ext>
            </a:extLst>
          </p:cNvPr>
          <p:cNvSpPr>
            <a:spLocks noGrp="1"/>
          </p:cNvSpPr>
          <p:nvPr>
            <p:ph type="body" sz="quarter" idx="10" hasCustomPrompt="1"/>
          </p:nvPr>
        </p:nvSpPr>
        <p:spPr>
          <a:xfrm>
            <a:off x="540978" y="2338757"/>
            <a:ext cx="7837519" cy="519073"/>
          </a:xfrm>
        </p:spPr>
        <p:txBody>
          <a:bodyPr lIns="0" tIns="0" rIns="0" bIns="0">
            <a:normAutofit/>
          </a:bodyPr>
          <a:lstStyle>
            <a:lvl1pPr marL="0" indent="0">
              <a:lnSpc>
                <a:spcPct val="150000"/>
              </a:lnSpc>
              <a:spcBef>
                <a:spcPts val="0"/>
              </a:spcBef>
              <a:buNone/>
              <a:defRPr sz="1600" b="0" cap="all" baseline="0">
                <a:solidFill>
                  <a:schemeClr val="bg1"/>
                </a:solidFill>
                <a:latin typeface="Arial" panose="020B0604020202020204" pitchFamily="34" charset="0"/>
              </a:defRPr>
            </a:lvl1pPr>
            <a:lvl2pPr marL="342994" indent="0">
              <a:buNone/>
              <a:defRPr>
                <a:solidFill>
                  <a:schemeClr val="bg1"/>
                </a:solidFill>
              </a:defRPr>
            </a:lvl2pPr>
            <a:lvl3pPr marL="685987" indent="0">
              <a:buNone/>
              <a:defRPr>
                <a:solidFill>
                  <a:schemeClr val="bg1"/>
                </a:solidFill>
              </a:defRPr>
            </a:lvl3pPr>
            <a:lvl4pPr marL="1028982" indent="0">
              <a:buNone/>
              <a:defRPr>
                <a:solidFill>
                  <a:schemeClr val="bg1"/>
                </a:solidFill>
              </a:defRPr>
            </a:lvl4pPr>
            <a:lvl5pPr marL="1371976" indent="0">
              <a:buNone/>
              <a:defRPr>
                <a:solidFill>
                  <a:schemeClr val="bg1"/>
                </a:solidFill>
              </a:defRPr>
            </a:lvl5pPr>
          </a:lstStyle>
          <a:p>
            <a:pPr>
              <a:lnSpc>
                <a:spcPct val="120000"/>
              </a:lnSpc>
            </a:pPr>
            <a:r>
              <a:rPr lang="en-GB" sz="1800">
                <a:solidFill>
                  <a:schemeClr val="bg1"/>
                </a:solidFill>
                <a:latin typeface="Arial" panose="020B0604020202020204" pitchFamily="34" charset="0"/>
                <a:cs typeface="Arial" panose="020B0604020202020204" pitchFamily="34" charset="0"/>
              </a:rPr>
              <a:t>Presentation sub-title Arial 24 point</a:t>
            </a:r>
          </a:p>
        </p:txBody>
      </p:sp>
      <p:pic>
        <p:nvPicPr>
          <p:cNvPr id="16" name="Picture 15">
            <a:extLst>
              <a:ext uri="{FF2B5EF4-FFF2-40B4-BE49-F238E27FC236}">
                <a16:creationId xmlns:a16="http://schemas.microsoft.com/office/drawing/2014/main" id="{CA4D5D6A-4EDC-0A49-AB9E-319E4DA0049D}"/>
              </a:ext>
            </a:extLst>
          </p:cNvPr>
          <p:cNvPicPr>
            <a:picLocks noChangeAspect="1"/>
          </p:cNvPicPr>
          <p:nvPr userDrawn="1"/>
        </p:nvPicPr>
        <p:blipFill>
          <a:blip r:embed="rId3"/>
          <a:srcRect/>
          <a:stretch/>
        </p:blipFill>
        <p:spPr>
          <a:xfrm>
            <a:off x="8841842" y="5454728"/>
            <a:ext cx="302158" cy="943404"/>
          </a:xfrm>
          <a:prstGeom prst="rect">
            <a:avLst/>
          </a:prstGeom>
        </p:spPr>
      </p:pic>
      <p:pic>
        <p:nvPicPr>
          <p:cNvPr id="17" name="Picture 16">
            <a:extLst>
              <a:ext uri="{FF2B5EF4-FFF2-40B4-BE49-F238E27FC236}">
                <a16:creationId xmlns:a16="http://schemas.microsoft.com/office/drawing/2014/main" id="{C8B1959B-64F6-B54A-B4F0-77E1E1D2F3FC}"/>
              </a:ext>
            </a:extLst>
          </p:cNvPr>
          <p:cNvPicPr>
            <a:picLocks noChangeAspect="1"/>
          </p:cNvPicPr>
          <p:nvPr userDrawn="1"/>
        </p:nvPicPr>
        <p:blipFill>
          <a:blip r:embed="rId3"/>
          <a:srcRect/>
          <a:stretch/>
        </p:blipFill>
        <p:spPr>
          <a:xfrm>
            <a:off x="8841842" y="5454728"/>
            <a:ext cx="302158" cy="943404"/>
          </a:xfrm>
          <a:prstGeom prst="rect">
            <a:avLst/>
          </a:prstGeom>
        </p:spPr>
      </p:pic>
      <p:pic>
        <p:nvPicPr>
          <p:cNvPr id="18" name="Picture 17">
            <a:extLst>
              <a:ext uri="{FF2B5EF4-FFF2-40B4-BE49-F238E27FC236}">
                <a16:creationId xmlns:a16="http://schemas.microsoft.com/office/drawing/2014/main" id="{9320426F-65EA-9346-AD64-5AAFC0FA3E14}"/>
              </a:ext>
            </a:extLst>
          </p:cNvPr>
          <p:cNvPicPr>
            <a:picLocks noChangeAspect="1"/>
          </p:cNvPicPr>
          <p:nvPr userDrawn="1"/>
        </p:nvPicPr>
        <p:blipFill>
          <a:blip r:embed="rId3"/>
          <a:srcRect/>
          <a:stretch/>
        </p:blipFill>
        <p:spPr>
          <a:xfrm>
            <a:off x="8841842" y="5454728"/>
            <a:ext cx="302158" cy="943404"/>
          </a:xfrm>
          <a:prstGeom prst="rect">
            <a:avLst/>
          </a:prstGeom>
        </p:spPr>
      </p:pic>
      <p:cxnSp>
        <p:nvCxnSpPr>
          <p:cNvPr id="19" name="Straight Connector 18">
            <a:extLst>
              <a:ext uri="{FF2B5EF4-FFF2-40B4-BE49-F238E27FC236}">
                <a16:creationId xmlns:a16="http://schemas.microsoft.com/office/drawing/2014/main" id="{2B1348E2-615D-774B-8E4F-6810C7DD4244}"/>
              </a:ext>
            </a:extLst>
          </p:cNvPr>
          <p:cNvCxnSpPr>
            <a:cxnSpLocks noChangeShapeType="1"/>
          </p:cNvCxnSpPr>
          <p:nvPr userDrawn="1"/>
        </p:nvCxnSpPr>
        <p:spPr bwMode="auto">
          <a:xfrm>
            <a:off x="540978" y="2225818"/>
            <a:ext cx="7837519" cy="0"/>
          </a:xfrm>
          <a:prstGeom prst="line">
            <a:avLst/>
          </a:prstGeom>
          <a:ln w="1270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headEnd/>
            <a:tailEnd/>
          </a:ln>
          <a:extLst>
            <a:ext uri="{909E8E84-426E-40DD-AFC4-6F175D3DCCD1}">
              <a14:hiddenFill xmlns:a14="http://schemas.microsoft.com/office/drawing/2010/main">
                <a:noFill/>
              </a14:hiddenFill>
            </a:ext>
          </a:ex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8948597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 White">
    <p:bg>
      <p:bgPr>
        <a:solidFill>
          <a:schemeClr val="bg2"/>
        </a:solidFill>
        <a:effectLst/>
      </p:bgPr>
    </p:bg>
    <p:spTree>
      <p:nvGrpSpPr>
        <p:cNvPr id="1" name=""/>
        <p:cNvGrpSpPr/>
        <p:nvPr/>
      </p:nvGrpSpPr>
      <p:grpSpPr>
        <a:xfrm>
          <a:off x="0" y="0"/>
          <a:ext cx="0" cy="0"/>
          <a:chOff x="0" y="0"/>
          <a:chExt cx="0" cy="0"/>
        </a:xfrm>
      </p:grpSpPr>
      <p:sp>
        <p:nvSpPr>
          <p:cNvPr id="7" name="Text Placeholder 2">
            <a:extLst>
              <a:ext uri="{FF2B5EF4-FFF2-40B4-BE49-F238E27FC236}">
                <a16:creationId xmlns:a16="http://schemas.microsoft.com/office/drawing/2014/main" id="{81B9CF7B-3E2A-6D4F-86E6-40B9686A8B38}"/>
              </a:ext>
            </a:extLst>
          </p:cNvPr>
          <p:cNvSpPr>
            <a:spLocks noGrp="1"/>
          </p:cNvSpPr>
          <p:nvPr>
            <p:ph type="body" sz="quarter" idx="10" hasCustomPrompt="1"/>
          </p:nvPr>
        </p:nvSpPr>
        <p:spPr>
          <a:xfrm>
            <a:off x="544743" y="2820490"/>
            <a:ext cx="6375700" cy="1388344"/>
          </a:xfrm>
        </p:spPr>
        <p:txBody>
          <a:bodyPr lIns="0" tIns="0" rIns="0" bIns="0">
            <a:noAutofit/>
          </a:bodyPr>
          <a:lstStyle>
            <a:lvl1pPr marL="0" indent="0">
              <a:buNone/>
              <a:defRPr sz="5500" baseline="0">
                <a:solidFill>
                  <a:srgbClr val="271E3D"/>
                </a:solidFill>
                <a:latin typeface="Palatino Linotype" panose="02040502050505030304" pitchFamily="18" charset="0"/>
              </a:defRPr>
            </a:lvl1pPr>
          </a:lstStyle>
          <a:p>
            <a:pPr lvl="0"/>
            <a:r>
              <a:rPr lang="en-GB"/>
              <a:t>Click to edit title Palatino 55pt</a:t>
            </a:r>
            <a:endParaRPr lang="en-US"/>
          </a:p>
        </p:txBody>
      </p:sp>
      <p:pic>
        <p:nvPicPr>
          <p:cNvPr id="8" name="Picture 7">
            <a:extLst>
              <a:ext uri="{FF2B5EF4-FFF2-40B4-BE49-F238E27FC236}">
                <a16:creationId xmlns:a16="http://schemas.microsoft.com/office/drawing/2014/main" id="{1BCE29F0-5148-1148-904D-A673CA3A6522}"/>
              </a:ext>
            </a:extLst>
          </p:cNvPr>
          <p:cNvPicPr>
            <a:picLocks noChangeAspect="1"/>
          </p:cNvPicPr>
          <p:nvPr userDrawn="1"/>
        </p:nvPicPr>
        <p:blipFill>
          <a:blip r:embed="rId2"/>
          <a:srcRect/>
          <a:stretch/>
        </p:blipFill>
        <p:spPr>
          <a:xfrm>
            <a:off x="6585287" y="473100"/>
            <a:ext cx="2077198" cy="1054537"/>
          </a:xfrm>
          <a:prstGeom prst="rect">
            <a:avLst/>
          </a:prstGeom>
        </p:spPr>
      </p:pic>
      <p:pic>
        <p:nvPicPr>
          <p:cNvPr id="9" name="Picture 8">
            <a:extLst>
              <a:ext uri="{FF2B5EF4-FFF2-40B4-BE49-F238E27FC236}">
                <a16:creationId xmlns:a16="http://schemas.microsoft.com/office/drawing/2014/main" id="{94A1B980-45AF-4848-9303-34A07C140889}"/>
              </a:ext>
            </a:extLst>
          </p:cNvPr>
          <p:cNvPicPr>
            <a:picLocks noChangeAspect="1"/>
          </p:cNvPicPr>
          <p:nvPr userDrawn="1"/>
        </p:nvPicPr>
        <p:blipFill>
          <a:blip r:embed="rId3"/>
          <a:srcRect/>
          <a:stretch/>
        </p:blipFill>
        <p:spPr>
          <a:xfrm>
            <a:off x="8841842" y="5454728"/>
            <a:ext cx="302158" cy="943404"/>
          </a:xfrm>
          <a:prstGeom prst="rect">
            <a:avLst/>
          </a:prstGeom>
        </p:spPr>
      </p:pic>
    </p:spTree>
    <p:extLst>
      <p:ext uri="{BB962C8B-B14F-4D97-AF65-F5344CB8AC3E}">
        <p14:creationId xmlns:p14="http://schemas.microsoft.com/office/powerpoint/2010/main" val="36637580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 Slide White">
    <p:bg>
      <p:bgPr>
        <a:solidFill>
          <a:schemeClr val="bg2"/>
        </a:solidFill>
        <a:effectLst/>
      </p:bgPr>
    </p:bg>
    <p:spTree>
      <p:nvGrpSpPr>
        <p:cNvPr id="1" name=""/>
        <p:cNvGrpSpPr/>
        <p:nvPr/>
      </p:nvGrpSpPr>
      <p:grpSpPr>
        <a:xfrm>
          <a:off x="0" y="0"/>
          <a:ext cx="0" cy="0"/>
          <a:chOff x="0" y="0"/>
          <a:chExt cx="0" cy="0"/>
        </a:xfrm>
      </p:grpSpPr>
      <p:sp>
        <p:nvSpPr>
          <p:cNvPr id="5" name="Text Placeholder 2">
            <a:extLst>
              <a:ext uri="{FF2B5EF4-FFF2-40B4-BE49-F238E27FC236}">
                <a16:creationId xmlns:a16="http://schemas.microsoft.com/office/drawing/2014/main" id="{048913DC-F6E1-0B4B-8DD3-CF981B4D0CA3}"/>
              </a:ext>
            </a:extLst>
          </p:cNvPr>
          <p:cNvSpPr>
            <a:spLocks noGrp="1"/>
          </p:cNvSpPr>
          <p:nvPr>
            <p:ph type="body" sz="quarter" idx="10" hasCustomPrompt="1"/>
          </p:nvPr>
        </p:nvSpPr>
        <p:spPr>
          <a:xfrm>
            <a:off x="544743" y="483881"/>
            <a:ext cx="7968636" cy="532996"/>
          </a:xfrm>
        </p:spPr>
        <p:txBody>
          <a:bodyPr lIns="0" tIns="0" rIns="0" bIns="0">
            <a:noAutofit/>
          </a:bodyPr>
          <a:lstStyle>
            <a:lvl1pPr marL="0" indent="0">
              <a:buNone/>
              <a:defRPr sz="5000" baseline="0">
                <a:solidFill>
                  <a:srgbClr val="271E3D"/>
                </a:solidFill>
                <a:latin typeface="Palatino Linotype" panose="02040502050505030304" pitchFamily="18" charset="0"/>
              </a:defRPr>
            </a:lvl1pPr>
          </a:lstStyle>
          <a:p>
            <a:pPr lvl="0"/>
            <a:r>
              <a:rPr lang="en-GB"/>
              <a:t>Main title</a:t>
            </a:r>
            <a:endParaRPr lang="en-US"/>
          </a:p>
        </p:txBody>
      </p:sp>
      <p:sp>
        <p:nvSpPr>
          <p:cNvPr id="7" name="Content Placeholder 2">
            <a:extLst>
              <a:ext uri="{FF2B5EF4-FFF2-40B4-BE49-F238E27FC236}">
                <a16:creationId xmlns:a16="http://schemas.microsoft.com/office/drawing/2014/main" id="{A4E3F4B2-F13C-C44A-BBE1-BA7B57C9C2A8}"/>
              </a:ext>
            </a:extLst>
          </p:cNvPr>
          <p:cNvSpPr>
            <a:spLocks noGrp="1"/>
          </p:cNvSpPr>
          <p:nvPr>
            <p:ph idx="1"/>
          </p:nvPr>
        </p:nvSpPr>
        <p:spPr>
          <a:xfrm>
            <a:off x="539750" y="1225685"/>
            <a:ext cx="7981512" cy="5200680"/>
          </a:xfrm>
        </p:spPr>
        <p:txBody>
          <a:bodyPr lIns="0" tIns="0" rIns="0" bIns="0"/>
          <a:lstStyle>
            <a:lvl1pPr>
              <a:buFontTx/>
              <a:buNone/>
              <a:defRPr sz="1900" b="0" i="0" baseline="0">
                <a:solidFill>
                  <a:srgbClr val="271E3D"/>
                </a:solidFill>
                <a:latin typeface="Palatino Linotype" panose="02040502050505030304" pitchFamily="18" charset="0"/>
              </a:defRPr>
            </a:lvl1pPr>
            <a:lvl2pPr>
              <a:buFontTx/>
              <a:buNone/>
              <a:defRPr sz="1900" baseline="0">
                <a:solidFill>
                  <a:schemeClr val="bg1"/>
                </a:solidFill>
                <a:latin typeface="Palatino Linotype" panose="02040502050505030304" pitchFamily="18" charset="0"/>
              </a:defRPr>
            </a:lvl2pPr>
            <a:lvl3pPr>
              <a:buFontTx/>
              <a:buNone/>
              <a:defRPr sz="1900" baseline="0">
                <a:solidFill>
                  <a:schemeClr val="bg1"/>
                </a:solidFill>
                <a:latin typeface="Palatino Linotype" panose="02040502050505030304" pitchFamily="18" charset="0"/>
              </a:defRPr>
            </a:lvl3pPr>
            <a:lvl4pPr>
              <a:buFontTx/>
              <a:buNone/>
              <a:defRPr sz="1900" baseline="0">
                <a:solidFill>
                  <a:schemeClr val="bg1"/>
                </a:solidFill>
                <a:latin typeface="Palatino Linotype" panose="02040502050505030304" pitchFamily="18" charset="0"/>
              </a:defRPr>
            </a:lvl4pPr>
            <a:lvl5pPr>
              <a:buFontTx/>
              <a:buNone/>
              <a:defRPr sz="1900" baseline="0">
                <a:solidFill>
                  <a:schemeClr val="bg1"/>
                </a:solidFill>
                <a:latin typeface="Palatino Linotype" panose="02040502050505030304" pitchFamily="18" charset="0"/>
              </a:defRPr>
            </a:lvl5pPr>
          </a:lstStyle>
          <a:p>
            <a:pPr lvl="0"/>
            <a:r>
              <a:rPr lang="en-GB"/>
              <a:t>Click to edit Master text styles</a:t>
            </a:r>
          </a:p>
        </p:txBody>
      </p:sp>
      <p:pic>
        <p:nvPicPr>
          <p:cNvPr id="8" name="Picture 7">
            <a:extLst>
              <a:ext uri="{FF2B5EF4-FFF2-40B4-BE49-F238E27FC236}">
                <a16:creationId xmlns:a16="http://schemas.microsoft.com/office/drawing/2014/main" id="{C08D92A6-344B-9646-9286-B1395F165665}"/>
              </a:ext>
            </a:extLst>
          </p:cNvPr>
          <p:cNvPicPr>
            <a:picLocks noChangeAspect="1"/>
          </p:cNvPicPr>
          <p:nvPr userDrawn="1"/>
        </p:nvPicPr>
        <p:blipFill>
          <a:blip r:embed="rId2"/>
          <a:srcRect/>
          <a:stretch/>
        </p:blipFill>
        <p:spPr>
          <a:xfrm>
            <a:off x="8841842" y="5454728"/>
            <a:ext cx="302158" cy="943404"/>
          </a:xfrm>
          <a:prstGeom prst="rect">
            <a:avLst/>
          </a:prstGeom>
        </p:spPr>
      </p:pic>
    </p:spTree>
    <p:extLst>
      <p:ext uri="{BB962C8B-B14F-4D97-AF65-F5344CB8AC3E}">
        <p14:creationId xmlns:p14="http://schemas.microsoft.com/office/powerpoint/2010/main" val="5070346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ntent Slide White Two Columns">
    <p:bg>
      <p:bgPr>
        <a:solidFill>
          <a:schemeClr val="bg2"/>
        </a:solidFill>
        <a:effectLst/>
      </p:bgPr>
    </p:bg>
    <p:spTree>
      <p:nvGrpSpPr>
        <p:cNvPr id="1" name=""/>
        <p:cNvGrpSpPr/>
        <p:nvPr/>
      </p:nvGrpSpPr>
      <p:grpSpPr>
        <a:xfrm>
          <a:off x="0" y="0"/>
          <a:ext cx="0" cy="0"/>
          <a:chOff x="0" y="0"/>
          <a:chExt cx="0" cy="0"/>
        </a:xfrm>
      </p:grpSpPr>
      <p:sp>
        <p:nvSpPr>
          <p:cNvPr id="10" name="Content Placeholder 2">
            <a:extLst>
              <a:ext uri="{FF2B5EF4-FFF2-40B4-BE49-F238E27FC236}">
                <a16:creationId xmlns:a16="http://schemas.microsoft.com/office/drawing/2014/main" id="{7F6F921D-ECF1-6E45-8FE3-158719C0292D}"/>
              </a:ext>
            </a:extLst>
          </p:cNvPr>
          <p:cNvSpPr>
            <a:spLocks noGrp="1"/>
          </p:cNvSpPr>
          <p:nvPr>
            <p:ph idx="11"/>
          </p:nvPr>
        </p:nvSpPr>
        <p:spPr>
          <a:xfrm>
            <a:off x="539750" y="1228335"/>
            <a:ext cx="3939408" cy="5204147"/>
          </a:xfrm>
        </p:spPr>
        <p:txBody>
          <a:bodyPr/>
          <a:lstStyle>
            <a:lvl1pPr>
              <a:defRPr b="1" baseline="0">
                <a:solidFill>
                  <a:srgbClr val="271E3D"/>
                </a:solidFill>
                <a:latin typeface="Arial" panose="020B0604020202020204" pitchFamily="34" charset="0"/>
              </a:defRPr>
            </a:lvl1pPr>
            <a:lvl2pPr>
              <a:defRPr baseline="0">
                <a:solidFill>
                  <a:srgbClr val="271E3D"/>
                </a:solidFill>
                <a:latin typeface="Arial" panose="020B0604020202020204" pitchFamily="34" charset="0"/>
              </a:defRPr>
            </a:lvl2pPr>
            <a:lvl3pPr>
              <a:defRPr baseline="0">
                <a:solidFill>
                  <a:srgbClr val="271E3D"/>
                </a:solidFill>
                <a:latin typeface="Arial" panose="020B0604020202020204" pitchFamily="34" charset="0"/>
              </a:defRPr>
            </a:lvl3pPr>
            <a:lvl4pPr>
              <a:defRPr baseline="0">
                <a:solidFill>
                  <a:srgbClr val="271E3D"/>
                </a:solidFill>
                <a:latin typeface="Arial" panose="020B0604020202020204" pitchFamily="34" charset="0"/>
              </a:defRPr>
            </a:lvl4pPr>
            <a:lvl5pPr>
              <a:defRPr baseline="0">
                <a:solidFill>
                  <a:srgbClr val="271E3D"/>
                </a:solidFill>
                <a:latin typeface="Arial" panose="020B0604020202020204"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1" name="Content Placeholder 2">
            <a:extLst>
              <a:ext uri="{FF2B5EF4-FFF2-40B4-BE49-F238E27FC236}">
                <a16:creationId xmlns:a16="http://schemas.microsoft.com/office/drawing/2014/main" id="{26506704-106D-0C47-8C2A-5EC9620EFE9A}"/>
              </a:ext>
            </a:extLst>
          </p:cNvPr>
          <p:cNvSpPr>
            <a:spLocks noGrp="1"/>
          </p:cNvSpPr>
          <p:nvPr>
            <p:ph idx="12"/>
          </p:nvPr>
        </p:nvSpPr>
        <p:spPr>
          <a:xfrm>
            <a:off x="4572000" y="1225934"/>
            <a:ext cx="3939408" cy="5206549"/>
          </a:xfrm>
        </p:spPr>
        <p:txBody>
          <a:bodyPr/>
          <a:lstStyle>
            <a:lvl1pPr>
              <a:defRPr b="1" baseline="0">
                <a:solidFill>
                  <a:srgbClr val="271E3D"/>
                </a:solidFill>
                <a:latin typeface="Arial" panose="020B0604020202020204" pitchFamily="34" charset="0"/>
              </a:defRPr>
            </a:lvl1pPr>
            <a:lvl2pPr>
              <a:defRPr baseline="0">
                <a:solidFill>
                  <a:srgbClr val="271E3D"/>
                </a:solidFill>
                <a:latin typeface="Arial" panose="020B0604020202020204" pitchFamily="34" charset="0"/>
              </a:defRPr>
            </a:lvl2pPr>
            <a:lvl3pPr>
              <a:defRPr baseline="0">
                <a:solidFill>
                  <a:srgbClr val="271E3D"/>
                </a:solidFill>
                <a:latin typeface="Arial" panose="020B0604020202020204" pitchFamily="34" charset="0"/>
              </a:defRPr>
            </a:lvl3pPr>
            <a:lvl4pPr>
              <a:defRPr baseline="0">
                <a:solidFill>
                  <a:srgbClr val="271E3D"/>
                </a:solidFill>
                <a:latin typeface="Arial" panose="020B0604020202020204" pitchFamily="34" charset="0"/>
              </a:defRPr>
            </a:lvl4pPr>
            <a:lvl5pPr>
              <a:defRPr baseline="0">
                <a:solidFill>
                  <a:srgbClr val="271E3D"/>
                </a:solidFill>
                <a:latin typeface="Arial" panose="020B0604020202020204"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2" name="Text Placeholder 2">
            <a:extLst>
              <a:ext uri="{FF2B5EF4-FFF2-40B4-BE49-F238E27FC236}">
                <a16:creationId xmlns:a16="http://schemas.microsoft.com/office/drawing/2014/main" id="{7E090FA5-931C-8740-809F-2420FFDB4881}"/>
              </a:ext>
            </a:extLst>
          </p:cNvPr>
          <p:cNvSpPr>
            <a:spLocks noGrp="1"/>
          </p:cNvSpPr>
          <p:nvPr>
            <p:ph type="body" sz="quarter" idx="10" hasCustomPrompt="1"/>
          </p:nvPr>
        </p:nvSpPr>
        <p:spPr>
          <a:xfrm>
            <a:off x="544743" y="483881"/>
            <a:ext cx="7968636" cy="532996"/>
          </a:xfrm>
        </p:spPr>
        <p:txBody>
          <a:bodyPr lIns="0" tIns="0" rIns="0" bIns="0">
            <a:noAutofit/>
          </a:bodyPr>
          <a:lstStyle>
            <a:lvl1pPr marL="0" indent="0">
              <a:buNone/>
              <a:defRPr sz="5000" baseline="0">
                <a:solidFill>
                  <a:srgbClr val="271E3D"/>
                </a:solidFill>
                <a:latin typeface="Palatino Linotype" panose="02040502050505030304" pitchFamily="18" charset="0"/>
              </a:defRPr>
            </a:lvl1pPr>
          </a:lstStyle>
          <a:p>
            <a:pPr lvl="0"/>
            <a:r>
              <a:rPr lang="en-GB"/>
              <a:t>Main title</a:t>
            </a:r>
            <a:endParaRPr lang="en-US"/>
          </a:p>
        </p:txBody>
      </p:sp>
      <p:pic>
        <p:nvPicPr>
          <p:cNvPr id="13" name="Picture 12">
            <a:extLst>
              <a:ext uri="{FF2B5EF4-FFF2-40B4-BE49-F238E27FC236}">
                <a16:creationId xmlns:a16="http://schemas.microsoft.com/office/drawing/2014/main" id="{C03FC4EB-126A-ED45-884F-DC418F046982}"/>
              </a:ext>
            </a:extLst>
          </p:cNvPr>
          <p:cNvPicPr>
            <a:picLocks noChangeAspect="1"/>
          </p:cNvPicPr>
          <p:nvPr userDrawn="1"/>
        </p:nvPicPr>
        <p:blipFill>
          <a:blip r:embed="rId2"/>
          <a:srcRect/>
          <a:stretch/>
        </p:blipFill>
        <p:spPr>
          <a:xfrm>
            <a:off x="8841842" y="5454728"/>
            <a:ext cx="302158" cy="943404"/>
          </a:xfrm>
          <a:prstGeom prst="rect">
            <a:avLst/>
          </a:prstGeom>
        </p:spPr>
      </p:pic>
    </p:spTree>
    <p:extLst>
      <p:ext uri="{BB962C8B-B14F-4D97-AF65-F5344CB8AC3E}">
        <p14:creationId xmlns:p14="http://schemas.microsoft.com/office/powerpoint/2010/main" val="314552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Slide Off White">
    <p:bg>
      <p:bgPr>
        <a:solidFill>
          <a:srgbClr val="FFFEF0"/>
        </a:solidFill>
        <a:effectLst/>
      </p:bgPr>
    </p:bg>
    <p:spTree>
      <p:nvGrpSpPr>
        <p:cNvPr id="1" name=""/>
        <p:cNvGrpSpPr/>
        <p:nvPr/>
      </p:nvGrpSpPr>
      <p:grpSpPr>
        <a:xfrm>
          <a:off x="0" y="0"/>
          <a:ext cx="0" cy="0"/>
          <a:chOff x="0" y="0"/>
          <a:chExt cx="0" cy="0"/>
        </a:xfrm>
      </p:grpSpPr>
      <p:sp>
        <p:nvSpPr>
          <p:cNvPr id="7" name="Text Placeholder 2">
            <a:extLst>
              <a:ext uri="{FF2B5EF4-FFF2-40B4-BE49-F238E27FC236}">
                <a16:creationId xmlns:a16="http://schemas.microsoft.com/office/drawing/2014/main" id="{A44ACB09-6890-2C4A-89E1-81B0FA32222D}"/>
              </a:ext>
            </a:extLst>
          </p:cNvPr>
          <p:cNvSpPr>
            <a:spLocks noGrp="1"/>
          </p:cNvSpPr>
          <p:nvPr>
            <p:ph type="body" sz="quarter" idx="10" hasCustomPrompt="1"/>
          </p:nvPr>
        </p:nvSpPr>
        <p:spPr>
          <a:xfrm>
            <a:off x="544743" y="2820490"/>
            <a:ext cx="6375700" cy="1388344"/>
          </a:xfrm>
        </p:spPr>
        <p:txBody>
          <a:bodyPr lIns="0" tIns="0" rIns="0" bIns="0">
            <a:noAutofit/>
          </a:bodyPr>
          <a:lstStyle>
            <a:lvl1pPr marL="0" indent="0">
              <a:buNone/>
              <a:defRPr sz="5500" baseline="0">
                <a:solidFill>
                  <a:srgbClr val="271E3D"/>
                </a:solidFill>
                <a:latin typeface="Palatino Linotype" panose="02040502050505030304" pitchFamily="18" charset="0"/>
              </a:defRPr>
            </a:lvl1pPr>
          </a:lstStyle>
          <a:p>
            <a:pPr lvl="0"/>
            <a:r>
              <a:rPr lang="en-GB"/>
              <a:t>Click to edit title Palatino 55pt</a:t>
            </a:r>
            <a:endParaRPr lang="en-US"/>
          </a:p>
        </p:txBody>
      </p:sp>
      <p:pic>
        <p:nvPicPr>
          <p:cNvPr id="8" name="Picture 7">
            <a:extLst>
              <a:ext uri="{FF2B5EF4-FFF2-40B4-BE49-F238E27FC236}">
                <a16:creationId xmlns:a16="http://schemas.microsoft.com/office/drawing/2014/main" id="{C8C6D078-8729-5440-A9D6-A44F03F8B832}"/>
              </a:ext>
            </a:extLst>
          </p:cNvPr>
          <p:cNvPicPr>
            <a:picLocks noChangeAspect="1"/>
          </p:cNvPicPr>
          <p:nvPr userDrawn="1"/>
        </p:nvPicPr>
        <p:blipFill>
          <a:blip r:embed="rId2"/>
          <a:srcRect/>
          <a:stretch/>
        </p:blipFill>
        <p:spPr>
          <a:xfrm>
            <a:off x="6585287" y="473100"/>
            <a:ext cx="2077198" cy="1054537"/>
          </a:xfrm>
          <a:prstGeom prst="rect">
            <a:avLst/>
          </a:prstGeom>
        </p:spPr>
      </p:pic>
      <p:pic>
        <p:nvPicPr>
          <p:cNvPr id="9" name="Picture 8">
            <a:extLst>
              <a:ext uri="{FF2B5EF4-FFF2-40B4-BE49-F238E27FC236}">
                <a16:creationId xmlns:a16="http://schemas.microsoft.com/office/drawing/2014/main" id="{6E6F3E63-1F6A-AE4C-B62A-3FE5455ED729}"/>
              </a:ext>
            </a:extLst>
          </p:cNvPr>
          <p:cNvPicPr>
            <a:picLocks noChangeAspect="1"/>
          </p:cNvPicPr>
          <p:nvPr userDrawn="1"/>
        </p:nvPicPr>
        <p:blipFill>
          <a:blip r:embed="rId3"/>
          <a:srcRect/>
          <a:stretch/>
        </p:blipFill>
        <p:spPr>
          <a:xfrm>
            <a:off x="8841842" y="5454728"/>
            <a:ext cx="302158" cy="943404"/>
          </a:xfrm>
          <a:prstGeom prst="rect">
            <a:avLst/>
          </a:prstGeom>
        </p:spPr>
      </p:pic>
    </p:spTree>
    <p:extLst>
      <p:ext uri="{BB962C8B-B14F-4D97-AF65-F5344CB8AC3E}">
        <p14:creationId xmlns:p14="http://schemas.microsoft.com/office/powerpoint/2010/main" val="41005838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Slide Off White">
    <p:bg>
      <p:bgPr>
        <a:solidFill>
          <a:srgbClr val="FFFEF0"/>
        </a:solidFill>
        <a:effectLst/>
      </p:bgPr>
    </p:bg>
    <p:spTree>
      <p:nvGrpSpPr>
        <p:cNvPr id="1" name=""/>
        <p:cNvGrpSpPr/>
        <p:nvPr/>
      </p:nvGrpSpPr>
      <p:grpSpPr>
        <a:xfrm>
          <a:off x="0" y="0"/>
          <a:ext cx="0" cy="0"/>
          <a:chOff x="0" y="0"/>
          <a:chExt cx="0" cy="0"/>
        </a:xfrm>
      </p:grpSpPr>
      <p:sp>
        <p:nvSpPr>
          <p:cNvPr id="5" name="Text Placeholder 2">
            <a:extLst>
              <a:ext uri="{FF2B5EF4-FFF2-40B4-BE49-F238E27FC236}">
                <a16:creationId xmlns:a16="http://schemas.microsoft.com/office/drawing/2014/main" id="{370148D1-BFE2-C74E-8602-61B3E12C0771}"/>
              </a:ext>
            </a:extLst>
          </p:cNvPr>
          <p:cNvSpPr>
            <a:spLocks noGrp="1"/>
          </p:cNvSpPr>
          <p:nvPr>
            <p:ph type="body" sz="quarter" idx="10" hasCustomPrompt="1"/>
          </p:nvPr>
        </p:nvSpPr>
        <p:spPr>
          <a:xfrm>
            <a:off x="544743" y="483881"/>
            <a:ext cx="7968636" cy="532996"/>
          </a:xfrm>
        </p:spPr>
        <p:txBody>
          <a:bodyPr lIns="0" tIns="0" rIns="0" bIns="0">
            <a:noAutofit/>
          </a:bodyPr>
          <a:lstStyle>
            <a:lvl1pPr marL="0" indent="0">
              <a:buNone/>
              <a:defRPr sz="5000" baseline="0">
                <a:solidFill>
                  <a:srgbClr val="271E3D"/>
                </a:solidFill>
                <a:latin typeface="Palatino Linotype" panose="02040502050505030304" pitchFamily="18" charset="0"/>
              </a:defRPr>
            </a:lvl1pPr>
          </a:lstStyle>
          <a:p>
            <a:pPr lvl="0"/>
            <a:r>
              <a:rPr lang="en-GB"/>
              <a:t>Main title</a:t>
            </a:r>
            <a:endParaRPr lang="en-US"/>
          </a:p>
        </p:txBody>
      </p:sp>
      <p:sp>
        <p:nvSpPr>
          <p:cNvPr id="7" name="Content Placeholder 2">
            <a:extLst>
              <a:ext uri="{FF2B5EF4-FFF2-40B4-BE49-F238E27FC236}">
                <a16:creationId xmlns:a16="http://schemas.microsoft.com/office/drawing/2014/main" id="{80D153F9-BC75-1B45-96CA-D7DB294890B3}"/>
              </a:ext>
            </a:extLst>
          </p:cNvPr>
          <p:cNvSpPr>
            <a:spLocks noGrp="1"/>
          </p:cNvSpPr>
          <p:nvPr>
            <p:ph idx="1"/>
          </p:nvPr>
        </p:nvSpPr>
        <p:spPr>
          <a:xfrm>
            <a:off x="539750" y="1225685"/>
            <a:ext cx="7981512" cy="5200680"/>
          </a:xfrm>
        </p:spPr>
        <p:txBody>
          <a:bodyPr lIns="0" tIns="0" rIns="0" bIns="0"/>
          <a:lstStyle>
            <a:lvl1pPr>
              <a:buFontTx/>
              <a:buNone/>
              <a:defRPr sz="1900" b="0" i="0" baseline="0">
                <a:solidFill>
                  <a:srgbClr val="271E3D"/>
                </a:solidFill>
                <a:latin typeface="Palatino Linotype" panose="02040502050505030304" pitchFamily="18" charset="0"/>
              </a:defRPr>
            </a:lvl1pPr>
            <a:lvl2pPr>
              <a:buFontTx/>
              <a:buNone/>
              <a:defRPr sz="1900" baseline="0">
                <a:solidFill>
                  <a:schemeClr val="bg1"/>
                </a:solidFill>
                <a:latin typeface="Palatino Linotype" panose="02040502050505030304" pitchFamily="18" charset="0"/>
              </a:defRPr>
            </a:lvl2pPr>
            <a:lvl3pPr>
              <a:buFontTx/>
              <a:buNone/>
              <a:defRPr sz="1900" baseline="0">
                <a:solidFill>
                  <a:schemeClr val="bg1"/>
                </a:solidFill>
                <a:latin typeface="Palatino Linotype" panose="02040502050505030304" pitchFamily="18" charset="0"/>
              </a:defRPr>
            </a:lvl3pPr>
            <a:lvl4pPr>
              <a:buFontTx/>
              <a:buNone/>
              <a:defRPr sz="1900" baseline="0">
                <a:solidFill>
                  <a:schemeClr val="bg1"/>
                </a:solidFill>
                <a:latin typeface="Palatino Linotype" panose="02040502050505030304" pitchFamily="18" charset="0"/>
              </a:defRPr>
            </a:lvl4pPr>
            <a:lvl5pPr>
              <a:buFontTx/>
              <a:buNone/>
              <a:defRPr sz="1900" baseline="0">
                <a:solidFill>
                  <a:schemeClr val="bg1"/>
                </a:solidFill>
                <a:latin typeface="Palatino Linotype" panose="02040502050505030304" pitchFamily="18" charset="0"/>
              </a:defRPr>
            </a:lvl5pPr>
          </a:lstStyle>
          <a:p>
            <a:pPr lvl="0"/>
            <a:r>
              <a:rPr lang="en-GB"/>
              <a:t>Click to edit Master text styles</a:t>
            </a:r>
          </a:p>
        </p:txBody>
      </p:sp>
      <p:pic>
        <p:nvPicPr>
          <p:cNvPr id="8" name="Picture 7">
            <a:extLst>
              <a:ext uri="{FF2B5EF4-FFF2-40B4-BE49-F238E27FC236}">
                <a16:creationId xmlns:a16="http://schemas.microsoft.com/office/drawing/2014/main" id="{BE6FB27F-B0BB-644A-93E2-4846525B67B7}"/>
              </a:ext>
            </a:extLst>
          </p:cNvPr>
          <p:cNvPicPr>
            <a:picLocks noChangeAspect="1"/>
          </p:cNvPicPr>
          <p:nvPr userDrawn="1"/>
        </p:nvPicPr>
        <p:blipFill>
          <a:blip r:embed="rId2"/>
          <a:srcRect/>
          <a:stretch/>
        </p:blipFill>
        <p:spPr>
          <a:xfrm>
            <a:off x="8841842" y="5454728"/>
            <a:ext cx="302158" cy="943404"/>
          </a:xfrm>
          <a:prstGeom prst="rect">
            <a:avLst/>
          </a:prstGeom>
        </p:spPr>
      </p:pic>
    </p:spTree>
    <p:extLst>
      <p:ext uri="{BB962C8B-B14F-4D97-AF65-F5344CB8AC3E}">
        <p14:creationId xmlns:p14="http://schemas.microsoft.com/office/powerpoint/2010/main" val="7119472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Slide Off White Two Columns">
    <p:bg>
      <p:bgPr>
        <a:solidFill>
          <a:srgbClr val="FFFEF0"/>
        </a:solidFill>
        <a:effectLst/>
      </p:bgPr>
    </p:bg>
    <p:spTree>
      <p:nvGrpSpPr>
        <p:cNvPr id="1" name=""/>
        <p:cNvGrpSpPr/>
        <p:nvPr/>
      </p:nvGrpSpPr>
      <p:grpSpPr>
        <a:xfrm>
          <a:off x="0" y="0"/>
          <a:ext cx="0" cy="0"/>
          <a:chOff x="0" y="0"/>
          <a:chExt cx="0" cy="0"/>
        </a:xfrm>
      </p:grpSpPr>
      <p:sp>
        <p:nvSpPr>
          <p:cNvPr id="10" name="Content Placeholder 2">
            <a:extLst>
              <a:ext uri="{FF2B5EF4-FFF2-40B4-BE49-F238E27FC236}">
                <a16:creationId xmlns:a16="http://schemas.microsoft.com/office/drawing/2014/main" id="{5053A8C5-C96E-FD45-B2D2-22F1DFD9E892}"/>
              </a:ext>
            </a:extLst>
          </p:cNvPr>
          <p:cNvSpPr>
            <a:spLocks noGrp="1"/>
          </p:cNvSpPr>
          <p:nvPr>
            <p:ph idx="11"/>
          </p:nvPr>
        </p:nvSpPr>
        <p:spPr>
          <a:xfrm>
            <a:off x="539750" y="1228335"/>
            <a:ext cx="3939408" cy="5204147"/>
          </a:xfrm>
        </p:spPr>
        <p:txBody>
          <a:bodyPr/>
          <a:lstStyle>
            <a:lvl1pPr>
              <a:defRPr b="1" baseline="0">
                <a:solidFill>
                  <a:srgbClr val="271E3D"/>
                </a:solidFill>
                <a:latin typeface="Arial" panose="020B0604020202020204" pitchFamily="34" charset="0"/>
              </a:defRPr>
            </a:lvl1pPr>
            <a:lvl2pPr>
              <a:defRPr baseline="0">
                <a:solidFill>
                  <a:srgbClr val="271E3D"/>
                </a:solidFill>
                <a:latin typeface="Arial" panose="020B0604020202020204" pitchFamily="34" charset="0"/>
              </a:defRPr>
            </a:lvl2pPr>
            <a:lvl3pPr>
              <a:defRPr baseline="0">
                <a:solidFill>
                  <a:srgbClr val="271E3D"/>
                </a:solidFill>
                <a:latin typeface="Arial" panose="020B0604020202020204" pitchFamily="34" charset="0"/>
              </a:defRPr>
            </a:lvl3pPr>
            <a:lvl4pPr>
              <a:defRPr baseline="0">
                <a:solidFill>
                  <a:srgbClr val="271E3D"/>
                </a:solidFill>
                <a:latin typeface="Arial" panose="020B0604020202020204" pitchFamily="34" charset="0"/>
              </a:defRPr>
            </a:lvl4pPr>
            <a:lvl5pPr>
              <a:defRPr baseline="0">
                <a:solidFill>
                  <a:srgbClr val="271E3D"/>
                </a:solidFill>
                <a:latin typeface="Arial" panose="020B0604020202020204"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1" name="Content Placeholder 2">
            <a:extLst>
              <a:ext uri="{FF2B5EF4-FFF2-40B4-BE49-F238E27FC236}">
                <a16:creationId xmlns:a16="http://schemas.microsoft.com/office/drawing/2014/main" id="{8B687235-AF42-3F47-8595-675865398115}"/>
              </a:ext>
            </a:extLst>
          </p:cNvPr>
          <p:cNvSpPr>
            <a:spLocks noGrp="1"/>
          </p:cNvSpPr>
          <p:nvPr>
            <p:ph idx="12"/>
          </p:nvPr>
        </p:nvSpPr>
        <p:spPr>
          <a:xfrm>
            <a:off x="4572000" y="1225934"/>
            <a:ext cx="3939408" cy="5206549"/>
          </a:xfrm>
        </p:spPr>
        <p:txBody>
          <a:bodyPr/>
          <a:lstStyle>
            <a:lvl1pPr>
              <a:defRPr b="1" baseline="0">
                <a:solidFill>
                  <a:srgbClr val="271E3D"/>
                </a:solidFill>
                <a:latin typeface="Arial" panose="020B0604020202020204" pitchFamily="34" charset="0"/>
              </a:defRPr>
            </a:lvl1pPr>
            <a:lvl2pPr>
              <a:defRPr baseline="0">
                <a:solidFill>
                  <a:srgbClr val="271E3D"/>
                </a:solidFill>
                <a:latin typeface="Arial" panose="020B0604020202020204" pitchFamily="34" charset="0"/>
              </a:defRPr>
            </a:lvl2pPr>
            <a:lvl3pPr>
              <a:defRPr baseline="0">
                <a:solidFill>
                  <a:srgbClr val="271E3D"/>
                </a:solidFill>
                <a:latin typeface="Arial" panose="020B0604020202020204" pitchFamily="34" charset="0"/>
              </a:defRPr>
            </a:lvl3pPr>
            <a:lvl4pPr>
              <a:defRPr baseline="0">
                <a:solidFill>
                  <a:srgbClr val="271E3D"/>
                </a:solidFill>
                <a:latin typeface="Arial" panose="020B0604020202020204" pitchFamily="34" charset="0"/>
              </a:defRPr>
            </a:lvl4pPr>
            <a:lvl5pPr>
              <a:defRPr baseline="0">
                <a:solidFill>
                  <a:srgbClr val="271E3D"/>
                </a:solidFill>
                <a:latin typeface="Arial" panose="020B0604020202020204"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2" name="Text Placeholder 2">
            <a:extLst>
              <a:ext uri="{FF2B5EF4-FFF2-40B4-BE49-F238E27FC236}">
                <a16:creationId xmlns:a16="http://schemas.microsoft.com/office/drawing/2014/main" id="{E3E2E462-0643-DA45-8F5E-5D3340414F48}"/>
              </a:ext>
            </a:extLst>
          </p:cNvPr>
          <p:cNvSpPr>
            <a:spLocks noGrp="1"/>
          </p:cNvSpPr>
          <p:nvPr>
            <p:ph type="body" sz="quarter" idx="10" hasCustomPrompt="1"/>
          </p:nvPr>
        </p:nvSpPr>
        <p:spPr>
          <a:xfrm>
            <a:off x="544743" y="483881"/>
            <a:ext cx="7968636" cy="532996"/>
          </a:xfrm>
        </p:spPr>
        <p:txBody>
          <a:bodyPr lIns="0" tIns="0" rIns="0" bIns="0">
            <a:noAutofit/>
          </a:bodyPr>
          <a:lstStyle>
            <a:lvl1pPr marL="0" indent="0">
              <a:buNone/>
              <a:defRPr sz="5000" baseline="0">
                <a:solidFill>
                  <a:srgbClr val="271E3D"/>
                </a:solidFill>
                <a:latin typeface="Palatino Linotype" panose="02040502050505030304" pitchFamily="18" charset="0"/>
              </a:defRPr>
            </a:lvl1pPr>
          </a:lstStyle>
          <a:p>
            <a:pPr lvl="0"/>
            <a:r>
              <a:rPr lang="en-GB"/>
              <a:t>Main title</a:t>
            </a:r>
            <a:endParaRPr lang="en-US"/>
          </a:p>
        </p:txBody>
      </p:sp>
      <p:pic>
        <p:nvPicPr>
          <p:cNvPr id="13" name="Picture 12">
            <a:extLst>
              <a:ext uri="{FF2B5EF4-FFF2-40B4-BE49-F238E27FC236}">
                <a16:creationId xmlns:a16="http://schemas.microsoft.com/office/drawing/2014/main" id="{E63C8B06-364F-484D-BC38-3DAF745FA9DC}"/>
              </a:ext>
            </a:extLst>
          </p:cNvPr>
          <p:cNvPicPr>
            <a:picLocks noChangeAspect="1"/>
          </p:cNvPicPr>
          <p:nvPr userDrawn="1"/>
        </p:nvPicPr>
        <p:blipFill>
          <a:blip r:embed="rId2"/>
          <a:srcRect/>
          <a:stretch/>
        </p:blipFill>
        <p:spPr>
          <a:xfrm>
            <a:off x="8841842" y="5454728"/>
            <a:ext cx="302158" cy="943404"/>
          </a:xfrm>
          <a:prstGeom prst="rect">
            <a:avLst/>
          </a:prstGeom>
        </p:spPr>
      </p:pic>
    </p:spTree>
    <p:extLst>
      <p:ext uri="{BB962C8B-B14F-4D97-AF65-F5344CB8AC3E}">
        <p14:creationId xmlns:p14="http://schemas.microsoft.com/office/powerpoint/2010/main" val="32081447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hank You Slide">
    <p:bg>
      <p:bgPr>
        <a:solidFill>
          <a:schemeClr val="bg2"/>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B60982CA-A379-5E4A-8DC2-CA81314270EA}"/>
              </a:ext>
            </a:extLst>
          </p:cNvPr>
          <p:cNvSpPr/>
          <p:nvPr/>
        </p:nvSpPr>
        <p:spPr>
          <a:xfrm>
            <a:off x="216709" y="279786"/>
            <a:ext cx="8710585" cy="6298430"/>
          </a:xfrm>
          <a:prstGeom prst="rect">
            <a:avLst/>
          </a:prstGeom>
          <a:solidFill>
            <a:srgbClr val="271E3D">
              <a:alpha val="9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a:solidFill>
                <a:srgbClr val="271E3D"/>
              </a:solidFill>
            </a:endParaRPr>
          </a:p>
        </p:txBody>
      </p:sp>
      <p:pic>
        <p:nvPicPr>
          <p:cNvPr id="9" name="Picture 8">
            <a:extLst>
              <a:ext uri="{FF2B5EF4-FFF2-40B4-BE49-F238E27FC236}">
                <a16:creationId xmlns:a16="http://schemas.microsoft.com/office/drawing/2014/main" id="{41F43CE7-88E9-F348-8A8D-192FC75AF8F1}"/>
              </a:ext>
            </a:extLst>
          </p:cNvPr>
          <p:cNvPicPr>
            <a:picLocks noChangeAspect="1"/>
          </p:cNvPicPr>
          <p:nvPr/>
        </p:nvPicPr>
        <p:blipFill>
          <a:blip r:embed="rId2"/>
          <a:srcRect/>
          <a:stretch/>
        </p:blipFill>
        <p:spPr>
          <a:xfrm>
            <a:off x="6585286" y="630606"/>
            <a:ext cx="2077200" cy="1407356"/>
          </a:xfrm>
          <a:prstGeom prst="rect">
            <a:avLst/>
          </a:prstGeom>
        </p:spPr>
      </p:pic>
      <p:sp>
        <p:nvSpPr>
          <p:cNvPr id="13" name="TextBox 12">
            <a:extLst>
              <a:ext uri="{FF2B5EF4-FFF2-40B4-BE49-F238E27FC236}">
                <a16:creationId xmlns:a16="http://schemas.microsoft.com/office/drawing/2014/main" id="{09DA286B-5D0B-8F44-8BD0-0CF55D88956E}"/>
              </a:ext>
            </a:extLst>
          </p:cNvPr>
          <p:cNvSpPr txBox="1">
            <a:spLocks noChangeArrowheads="1"/>
          </p:cNvSpPr>
          <p:nvPr/>
        </p:nvSpPr>
        <p:spPr bwMode="auto">
          <a:xfrm>
            <a:off x="766348" y="4954373"/>
            <a:ext cx="2649537" cy="687432"/>
          </a:xfrm>
          <a:prstGeom prst="rect">
            <a:avLst/>
          </a:prstGeom>
          <a:noFill/>
          <a:ln>
            <a:noFill/>
          </a:ln>
          <a:extLst>
            <a:ext uri="{909E8E84-426E-40dd-AFC4-6F175D3DCCD1}"/>
            <a:ext uri="{91240B29-F687-4f45-9708-019B960494DF}"/>
          </a:extLst>
        </p:spPr>
        <p:txBody>
          <a:bodyPr lIns="0" tIns="0" rIns="0" bIns="0">
            <a:spAutoFit/>
          </a:bodyPr>
          <a:lstStyle>
            <a:lvl1pPr>
              <a:defRPr>
                <a:solidFill>
                  <a:schemeClr val="tx1"/>
                </a:solidFill>
                <a:latin typeface="Arial" charset="0"/>
                <a:ea typeface="ＭＳ Ｐゴシック" charset="0"/>
                <a:cs typeface="ＭＳ Ｐゴシック" charset="0"/>
              </a:defRPr>
            </a:lvl1pPr>
            <a:lvl2pPr marL="742950" indent="-285750">
              <a:defRPr>
                <a:solidFill>
                  <a:schemeClr val="tx1"/>
                </a:solidFill>
                <a:latin typeface="Arial" charset="0"/>
                <a:ea typeface="ＭＳ Ｐゴシック" charset="0"/>
              </a:defRPr>
            </a:lvl2pPr>
            <a:lvl3pPr marL="1143000" indent="-228600">
              <a:defRPr>
                <a:solidFill>
                  <a:schemeClr val="tx1"/>
                </a:solidFill>
                <a:latin typeface="Arial" charset="0"/>
                <a:ea typeface="ＭＳ Ｐゴシック" charset="0"/>
              </a:defRPr>
            </a:lvl3pPr>
            <a:lvl4pPr marL="1600200" indent="-228600">
              <a:defRPr>
                <a:solidFill>
                  <a:schemeClr val="tx1"/>
                </a:solidFill>
                <a:latin typeface="Arial" charset="0"/>
                <a:ea typeface="ＭＳ Ｐゴシック" charset="0"/>
              </a:defRPr>
            </a:lvl4pPr>
            <a:lvl5pPr marL="2057400" indent="-228600">
              <a:defRPr>
                <a:solidFill>
                  <a:schemeClr val="tx1"/>
                </a:solidFill>
                <a:latin typeface="Arial" charset="0"/>
                <a:ea typeface="ＭＳ Ｐゴシック" charset="0"/>
              </a:defRPr>
            </a:lvl5pPr>
            <a:lvl6pPr marL="2514600" indent="-228600" fontAlgn="base">
              <a:spcBef>
                <a:spcPct val="0"/>
              </a:spcBef>
              <a:spcAft>
                <a:spcPct val="0"/>
              </a:spcAft>
              <a:defRPr>
                <a:solidFill>
                  <a:schemeClr val="tx1"/>
                </a:solidFill>
                <a:latin typeface="Arial" charset="0"/>
                <a:ea typeface="ＭＳ Ｐゴシック" charset="0"/>
              </a:defRPr>
            </a:lvl6pPr>
            <a:lvl7pPr marL="2971800" indent="-228600" fontAlgn="base">
              <a:spcBef>
                <a:spcPct val="0"/>
              </a:spcBef>
              <a:spcAft>
                <a:spcPct val="0"/>
              </a:spcAft>
              <a:defRPr>
                <a:solidFill>
                  <a:schemeClr val="tx1"/>
                </a:solidFill>
                <a:latin typeface="Arial" charset="0"/>
                <a:ea typeface="ＭＳ Ｐゴシック" charset="0"/>
              </a:defRPr>
            </a:lvl7pPr>
            <a:lvl8pPr marL="3429000" indent="-228600" fontAlgn="base">
              <a:spcBef>
                <a:spcPct val="0"/>
              </a:spcBef>
              <a:spcAft>
                <a:spcPct val="0"/>
              </a:spcAft>
              <a:defRPr>
                <a:solidFill>
                  <a:schemeClr val="tx1"/>
                </a:solidFill>
                <a:latin typeface="Arial" charset="0"/>
                <a:ea typeface="ＭＳ Ｐゴシック" charset="0"/>
              </a:defRPr>
            </a:lvl8pPr>
            <a:lvl9pPr marL="3886200" indent="-228600" fontAlgn="base">
              <a:spcBef>
                <a:spcPct val="0"/>
              </a:spcBef>
              <a:spcAft>
                <a:spcPct val="0"/>
              </a:spcAft>
              <a:defRPr>
                <a:solidFill>
                  <a:schemeClr val="tx1"/>
                </a:solidFill>
                <a:latin typeface="Arial" charset="0"/>
                <a:ea typeface="ＭＳ Ｐゴシック" charset="0"/>
              </a:defRPr>
            </a:lvl9pPr>
          </a:lstStyle>
          <a:p>
            <a:pPr eaLnBrk="1" hangingPunct="1">
              <a:lnSpc>
                <a:spcPct val="110000"/>
              </a:lnSpc>
              <a:defRPr/>
            </a:pPr>
            <a:r>
              <a:rPr lang="en-GB" sz="825" b="1" err="1">
                <a:solidFill>
                  <a:schemeClr val="bg2"/>
                </a:solidFill>
              </a:rPr>
              <a:t>Keele</a:t>
            </a:r>
            <a:r>
              <a:rPr lang="en-GB" sz="825" b="1">
                <a:solidFill>
                  <a:schemeClr val="bg2"/>
                </a:solidFill>
              </a:rPr>
              <a:t> University</a:t>
            </a:r>
          </a:p>
          <a:p>
            <a:pPr eaLnBrk="1" hangingPunct="1">
              <a:lnSpc>
                <a:spcPct val="110000"/>
              </a:lnSpc>
              <a:defRPr/>
            </a:pPr>
            <a:r>
              <a:rPr lang="en-GB" sz="825">
                <a:solidFill>
                  <a:schemeClr val="bg2"/>
                </a:solidFill>
              </a:rPr>
              <a:t>Newcastle-under-Lyme</a:t>
            </a:r>
          </a:p>
          <a:p>
            <a:pPr eaLnBrk="1" hangingPunct="1">
              <a:lnSpc>
                <a:spcPct val="110000"/>
              </a:lnSpc>
              <a:defRPr/>
            </a:pPr>
            <a:r>
              <a:rPr lang="en-GB" sz="825">
                <a:solidFill>
                  <a:schemeClr val="bg2"/>
                </a:solidFill>
              </a:rPr>
              <a:t>Staffordshire</a:t>
            </a:r>
          </a:p>
          <a:p>
            <a:pPr eaLnBrk="1" hangingPunct="1">
              <a:lnSpc>
                <a:spcPct val="110000"/>
              </a:lnSpc>
              <a:defRPr/>
            </a:pPr>
            <a:r>
              <a:rPr lang="en-GB" sz="825">
                <a:solidFill>
                  <a:schemeClr val="bg2"/>
                </a:solidFill>
              </a:rPr>
              <a:t>ST5 5BG</a:t>
            </a:r>
          </a:p>
          <a:p>
            <a:pPr eaLnBrk="1" hangingPunct="1">
              <a:lnSpc>
                <a:spcPct val="110000"/>
              </a:lnSpc>
              <a:defRPr/>
            </a:pPr>
            <a:r>
              <a:rPr lang="en-GB" sz="825">
                <a:solidFill>
                  <a:schemeClr val="bg2"/>
                </a:solidFill>
              </a:rPr>
              <a:t>+44 (0)1782 732000</a:t>
            </a:r>
          </a:p>
        </p:txBody>
      </p:sp>
      <p:sp>
        <p:nvSpPr>
          <p:cNvPr id="16" name="TextBox 15">
            <a:extLst>
              <a:ext uri="{FF2B5EF4-FFF2-40B4-BE49-F238E27FC236}">
                <a16:creationId xmlns:a16="http://schemas.microsoft.com/office/drawing/2014/main" id="{FE0BE2FF-041F-C240-9E7C-A20C83F486F9}"/>
              </a:ext>
            </a:extLst>
          </p:cNvPr>
          <p:cNvSpPr txBox="1">
            <a:spLocks noChangeArrowheads="1"/>
          </p:cNvSpPr>
          <p:nvPr/>
        </p:nvSpPr>
        <p:spPr bwMode="auto">
          <a:xfrm>
            <a:off x="768937" y="2936612"/>
            <a:ext cx="4733308" cy="888705"/>
          </a:xfrm>
          <a:prstGeom prst="rect">
            <a:avLst/>
          </a:prstGeom>
          <a:noFill/>
          <a:ln>
            <a:noFill/>
          </a:ln>
          <a:extLst>
            <a:ext uri="{909E8E84-426E-40dd-AFC4-6F175D3DCCD1}"/>
            <a:ext uri="{91240B29-F687-4f45-9708-019B960494DF}"/>
          </a:extLst>
        </p:spPr>
        <p:txBody>
          <a:bodyPr wrap="square" lIns="0" tIns="0" rIns="0" bIns="0">
            <a:spAutoFit/>
          </a:bodyPr>
          <a:lstStyle>
            <a:lvl1pPr>
              <a:defRPr>
                <a:solidFill>
                  <a:schemeClr val="tx1"/>
                </a:solidFill>
                <a:latin typeface="Arial" charset="0"/>
                <a:ea typeface="ＭＳ Ｐゴシック" charset="0"/>
                <a:cs typeface="ＭＳ Ｐゴシック" charset="0"/>
              </a:defRPr>
            </a:lvl1pPr>
            <a:lvl2pPr marL="742950" indent="-285750">
              <a:defRPr>
                <a:solidFill>
                  <a:schemeClr val="tx1"/>
                </a:solidFill>
                <a:latin typeface="Arial" charset="0"/>
                <a:ea typeface="ＭＳ Ｐゴシック" charset="0"/>
              </a:defRPr>
            </a:lvl2pPr>
            <a:lvl3pPr marL="1143000" indent="-228600">
              <a:defRPr>
                <a:solidFill>
                  <a:schemeClr val="tx1"/>
                </a:solidFill>
                <a:latin typeface="Arial" charset="0"/>
                <a:ea typeface="ＭＳ Ｐゴシック" charset="0"/>
              </a:defRPr>
            </a:lvl3pPr>
            <a:lvl4pPr marL="1600200" indent="-228600">
              <a:defRPr>
                <a:solidFill>
                  <a:schemeClr val="tx1"/>
                </a:solidFill>
                <a:latin typeface="Arial" charset="0"/>
                <a:ea typeface="ＭＳ Ｐゴシック" charset="0"/>
              </a:defRPr>
            </a:lvl4pPr>
            <a:lvl5pPr marL="2057400" indent="-228600">
              <a:defRPr>
                <a:solidFill>
                  <a:schemeClr val="tx1"/>
                </a:solidFill>
                <a:latin typeface="Arial" charset="0"/>
                <a:ea typeface="ＭＳ Ｐゴシック" charset="0"/>
              </a:defRPr>
            </a:lvl5pPr>
            <a:lvl6pPr marL="2514600" indent="-228600" fontAlgn="base">
              <a:spcBef>
                <a:spcPct val="0"/>
              </a:spcBef>
              <a:spcAft>
                <a:spcPct val="0"/>
              </a:spcAft>
              <a:defRPr>
                <a:solidFill>
                  <a:schemeClr val="tx1"/>
                </a:solidFill>
                <a:latin typeface="Arial" charset="0"/>
                <a:ea typeface="ＭＳ Ｐゴシック" charset="0"/>
              </a:defRPr>
            </a:lvl6pPr>
            <a:lvl7pPr marL="2971800" indent="-228600" fontAlgn="base">
              <a:spcBef>
                <a:spcPct val="0"/>
              </a:spcBef>
              <a:spcAft>
                <a:spcPct val="0"/>
              </a:spcAft>
              <a:defRPr>
                <a:solidFill>
                  <a:schemeClr val="tx1"/>
                </a:solidFill>
                <a:latin typeface="Arial" charset="0"/>
                <a:ea typeface="ＭＳ Ｐゴシック" charset="0"/>
              </a:defRPr>
            </a:lvl7pPr>
            <a:lvl8pPr marL="3429000" indent="-228600" fontAlgn="base">
              <a:spcBef>
                <a:spcPct val="0"/>
              </a:spcBef>
              <a:spcAft>
                <a:spcPct val="0"/>
              </a:spcAft>
              <a:defRPr>
                <a:solidFill>
                  <a:schemeClr val="tx1"/>
                </a:solidFill>
                <a:latin typeface="Arial" charset="0"/>
                <a:ea typeface="ＭＳ Ｐゴシック" charset="0"/>
              </a:defRPr>
            </a:lvl8pPr>
            <a:lvl9pPr marL="3886200" indent="-228600" fontAlgn="base">
              <a:spcBef>
                <a:spcPct val="0"/>
              </a:spcBef>
              <a:spcAft>
                <a:spcPct val="0"/>
              </a:spcAft>
              <a:defRPr>
                <a:solidFill>
                  <a:schemeClr val="tx1"/>
                </a:solidFill>
                <a:latin typeface="Arial" charset="0"/>
                <a:ea typeface="ＭＳ Ｐゴシック" charset="0"/>
              </a:defRPr>
            </a:lvl9pPr>
          </a:lstStyle>
          <a:p>
            <a:pPr algn="l" eaLnBrk="1" hangingPunct="1">
              <a:defRPr/>
            </a:pPr>
            <a:r>
              <a:rPr lang="en-US" sz="5775">
                <a:solidFill>
                  <a:schemeClr val="bg2"/>
                </a:solidFill>
                <a:latin typeface="Palatino Linotype" charset="0"/>
                <a:cs typeface="Palatino Linotype" charset="0"/>
              </a:rPr>
              <a:t>Thank </a:t>
            </a:r>
            <a:r>
              <a:rPr lang="en-US" sz="5775" b="0" i="1" baseline="0">
                <a:solidFill>
                  <a:schemeClr val="bg2"/>
                </a:solidFill>
                <a:latin typeface="Palatino Linotype" charset="0"/>
                <a:cs typeface="Palatino Linotype" charset="0"/>
              </a:rPr>
              <a:t>you</a:t>
            </a:r>
          </a:p>
        </p:txBody>
      </p:sp>
      <p:pic>
        <p:nvPicPr>
          <p:cNvPr id="8" name="Picture 7">
            <a:extLst>
              <a:ext uri="{FF2B5EF4-FFF2-40B4-BE49-F238E27FC236}">
                <a16:creationId xmlns:a16="http://schemas.microsoft.com/office/drawing/2014/main" id="{771E2412-7F6D-0F49-BCE1-E4A9BB303CCB}"/>
              </a:ext>
            </a:extLst>
          </p:cNvPr>
          <p:cNvPicPr>
            <a:picLocks noChangeAspect="1"/>
          </p:cNvPicPr>
          <p:nvPr/>
        </p:nvPicPr>
        <p:blipFill>
          <a:blip r:embed="rId3"/>
          <a:srcRect/>
          <a:stretch/>
        </p:blipFill>
        <p:spPr>
          <a:xfrm>
            <a:off x="8841843" y="4987548"/>
            <a:ext cx="302158" cy="1257484"/>
          </a:xfrm>
          <a:prstGeom prst="rect">
            <a:avLst/>
          </a:prstGeom>
        </p:spPr>
      </p:pic>
    </p:spTree>
    <p:extLst>
      <p:ext uri="{BB962C8B-B14F-4D97-AF65-F5344CB8AC3E}">
        <p14:creationId xmlns:p14="http://schemas.microsoft.com/office/powerpoint/2010/main" val="32074461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4">
            <a:extLst>
              <a:ext uri="{FF2B5EF4-FFF2-40B4-BE49-F238E27FC236}">
                <a16:creationId xmlns:a16="http://schemas.microsoft.com/office/drawing/2014/main" id="{752BB1CA-D829-A868-9531-D47AEB538900}"/>
              </a:ext>
            </a:extLst>
          </p:cNvPr>
          <p:cNvSpPr>
            <a:spLocks noGrp="1" noChangeArrowheads="1"/>
          </p:cNvSpPr>
          <p:nvPr>
            <p:ph type="dt" sz="half" idx="10"/>
          </p:nvPr>
        </p:nvSpPr>
        <p:spPr>
          <a:ln/>
        </p:spPr>
        <p:txBody>
          <a:bodyPr/>
          <a:lstStyle>
            <a:lvl1pPr>
              <a:defRPr/>
            </a:lvl1pPr>
          </a:lstStyle>
          <a:p>
            <a:pPr>
              <a:defRPr/>
            </a:pPr>
            <a:fld id="{B1730091-36B8-4E79-8692-A76AF9390F2C}" type="datetime2">
              <a:rPr lang="en-US"/>
              <a:pPr>
                <a:defRPr/>
              </a:pPr>
              <a:t>Friday, January 30, 2026</a:t>
            </a:fld>
            <a:endParaRPr lang="en-US" sz="900"/>
          </a:p>
        </p:txBody>
      </p:sp>
      <p:sp>
        <p:nvSpPr>
          <p:cNvPr id="5" name="Rectangle 5">
            <a:extLst>
              <a:ext uri="{FF2B5EF4-FFF2-40B4-BE49-F238E27FC236}">
                <a16:creationId xmlns:a16="http://schemas.microsoft.com/office/drawing/2014/main" id="{6DA3899A-6D46-BB0D-6725-EAAB080A216F}"/>
              </a:ext>
            </a:extLst>
          </p:cNvPr>
          <p:cNvSpPr>
            <a:spLocks noGrp="1" noChangeArrowheads="1"/>
          </p:cNvSpPr>
          <p:nvPr>
            <p:ph type="ftr" sz="quarter" idx="11"/>
          </p:nvPr>
        </p:nvSpPr>
        <p:spPr>
          <a:ln/>
        </p:spPr>
        <p:txBody>
          <a:bodyPr/>
          <a:lstStyle>
            <a:lvl1pPr>
              <a:defRPr/>
            </a:lvl1pPr>
          </a:lstStyle>
          <a:p>
            <a:pPr>
              <a:defRPr/>
            </a:pPr>
            <a:r>
              <a:rPr lang="en-US"/>
              <a:t>Event Name and Venue</a:t>
            </a:r>
          </a:p>
        </p:txBody>
      </p:sp>
      <p:sp>
        <p:nvSpPr>
          <p:cNvPr id="6" name="Rectangle 6">
            <a:extLst>
              <a:ext uri="{FF2B5EF4-FFF2-40B4-BE49-F238E27FC236}">
                <a16:creationId xmlns:a16="http://schemas.microsoft.com/office/drawing/2014/main" id="{2C8E5B2B-5327-966C-7E69-FF857331988F}"/>
              </a:ext>
            </a:extLst>
          </p:cNvPr>
          <p:cNvSpPr>
            <a:spLocks noGrp="1" noChangeArrowheads="1"/>
          </p:cNvSpPr>
          <p:nvPr>
            <p:ph type="sldNum" sz="quarter" idx="12"/>
          </p:nvPr>
        </p:nvSpPr>
        <p:spPr>
          <a:ln/>
        </p:spPr>
        <p:txBody>
          <a:bodyPr/>
          <a:lstStyle>
            <a:lvl1pPr>
              <a:defRPr/>
            </a:lvl1pPr>
          </a:lstStyle>
          <a:p>
            <a:fld id="{FA442DD8-7CC4-4B39-97E0-825CCB3D3320}" type="slidenum">
              <a:rPr lang="en-US" altLang="en-US"/>
              <a:pPr/>
              <a:t>‹#›</a:t>
            </a:fld>
            <a:endParaRPr lang="en-US" altLang="en-US"/>
          </a:p>
        </p:txBody>
      </p:sp>
    </p:spTree>
    <p:extLst>
      <p:ext uri="{BB962C8B-B14F-4D97-AF65-F5344CB8AC3E}">
        <p14:creationId xmlns:p14="http://schemas.microsoft.com/office/powerpoint/2010/main" val="173651278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68FB7EBA-B0E5-0374-FF1B-E375430A8F63}"/>
              </a:ext>
            </a:extLst>
          </p:cNvPr>
          <p:cNvSpPr>
            <a:spLocks noGrp="1" noChangeArrowheads="1"/>
          </p:cNvSpPr>
          <p:nvPr>
            <p:ph type="dt" sz="half" idx="10"/>
          </p:nvPr>
        </p:nvSpPr>
        <p:spPr>
          <a:ln/>
        </p:spPr>
        <p:txBody>
          <a:bodyPr/>
          <a:lstStyle>
            <a:lvl1pPr>
              <a:defRPr/>
            </a:lvl1pPr>
          </a:lstStyle>
          <a:p>
            <a:pPr>
              <a:defRPr/>
            </a:pPr>
            <a:fld id="{62EEAE79-D35C-4FAB-9171-40227E09D665}" type="datetime2">
              <a:rPr lang="en-US"/>
              <a:pPr>
                <a:defRPr/>
              </a:pPr>
              <a:t>Friday, January 30, 2026</a:t>
            </a:fld>
            <a:endParaRPr lang="en-US" sz="900"/>
          </a:p>
        </p:txBody>
      </p:sp>
      <p:sp>
        <p:nvSpPr>
          <p:cNvPr id="3" name="Rectangle 5">
            <a:extLst>
              <a:ext uri="{FF2B5EF4-FFF2-40B4-BE49-F238E27FC236}">
                <a16:creationId xmlns:a16="http://schemas.microsoft.com/office/drawing/2014/main" id="{7BDFB75A-2E26-C258-BB5B-372092FDE9F2}"/>
              </a:ext>
            </a:extLst>
          </p:cNvPr>
          <p:cNvSpPr>
            <a:spLocks noGrp="1" noChangeArrowheads="1"/>
          </p:cNvSpPr>
          <p:nvPr>
            <p:ph type="ftr" sz="quarter" idx="11"/>
          </p:nvPr>
        </p:nvSpPr>
        <p:spPr>
          <a:ln/>
        </p:spPr>
        <p:txBody>
          <a:bodyPr/>
          <a:lstStyle>
            <a:lvl1pPr>
              <a:defRPr/>
            </a:lvl1pPr>
          </a:lstStyle>
          <a:p>
            <a:pPr>
              <a:defRPr/>
            </a:pPr>
            <a:r>
              <a:rPr lang="en-US"/>
              <a:t>Event Name and Venue</a:t>
            </a:r>
          </a:p>
        </p:txBody>
      </p:sp>
      <p:sp>
        <p:nvSpPr>
          <p:cNvPr id="4" name="Rectangle 6">
            <a:extLst>
              <a:ext uri="{FF2B5EF4-FFF2-40B4-BE49-F238E27FC236}">
                <a16:creationId xmlns:a16="http://schemas.microsoft.com/office/drawing/2014/main" id="{A544CE0A-E8A9-0F81-B061-FB669F529F80}"/>
              </a:ext>
            </a:extLst>
          </p:cNvPr>
          <p:cNvSpPr>
            <a:spLocks noGrp="1" noChangeArrowheads="1"/>
          </p:cNvSpPr>
          <p:nvPr>
            <p:ph type="sldNum" sz="quarter" idx="12"/>
          </p:nvPr>
        </p:nvSpPr>
        <p:spPr>
          <a:ln/>
        </p:spPr>
        <p:txBody>
          <a:bodyPr/>
          <a:lstStyle>
            <a:lvl1pPr>
              <a:defRPr/>
            </a:lvl1pPr>
          </a:lstStyle>
          <a:p>
            <a:fld id="{6A48598A-CC2E-499C-8AA6-790BF0E7522F}" type="slidenum">
              <a:rPr lang="en-US" altLang="en-US"/>
              <a:pPr/>
              <a:t>‹#›</a:t>
            </a:fld>
            <a:endParaRPr lang="en-US" altLang="en-US"/>
          </a:p>
        </p:txBody>
      </p:sp>
    </p:spTree>
    <p:extLst>
      <p:ext uri="{BB962C8B-B14F-4D97-AF65-F5344CB8AC3E}">
        <p14:creationId xmlns:p14="http://schemas.microsoft.com/office/powerpoint/2010/main" val="10619406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7"/>
            <a:ext cx="78867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p:cNvSpPr>
            <a:spLocks noGrp="1"/>
          </p:cNvSpPr>
          <p:nvPr>
            <p:ph type="body" idx="1"/>
          </p:nvPr>
        </p:nvSpPr>
        <p:spPr>
          <a:xfrm>
            <a:off x="628650" y="1825626"/>
            <a:ext cx="78867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2"/>
          </p:nvPr>
        </p:nvSpPr>
        <p:spPr>
          <a:xfrm>
            <a:off x="628650" y="6356352"/>
            <a:ext cx="2057400" cy="365125"/>
          </a:xfrm>
          <a:prstGeom prst="rect">
            <a:avLst/>
          </a:prstGeom>
        </p:spPr>
        <p:txBody>
          <a:bodyPr vert="horz" lIns="91440" tIns="45720" rIns="91440" bIns="45720" rtlCol="0" anchor="ctr"/>
          <a:lstStyle>
            <a:lvl1pPr algn="l">
              <a:defRPr sz="900" b="0" i="0">
                <a:solidFill>
                  <a:srgbClr val="8D8C93"/>
                </a:solidFill>
                <a:latin typeface="Palatino Linotype" panose="02040502050505030304" pitchFamily="18" charset="0"/>
              </a:defRPr>
            </a:lvl1pPr>
          </a:lstStyle>
          <a:p>
            <a:fld id="{E54BFB26-65E8-0746-AE1F-BB6A120F4B8F}" type="datetimeFigureOut">
              <a:rPr lang="en-US" smtClean="0"/>
              <a:pPr/>
              <a:t>1/30/2026</a:t>
            </a:fld>
            <a:endParaRPr lang="en-US"/>
          </a:p>
        </p:txBody>
      </p:sp>
      <p:sp>
        <p:nvSpPr>
          <p:cNvPr id="5" name="Footer Placeholder 4"/>
          <p:cNvSpPr>
            <a:spLocks noGrp="1"/>
          </p:cNvSpPr>
          <p:nvPr>
            <p:ph type="ftr" sz="quarter" idx="3"/>
          </p:nvPr>
        </p:nvSpPr>
        <p:spPr>
          <a:xfrm>
            <a:off x="3028950" y="6356352"/>
            <a:ext cx="3086100" cy="365125"/>
          </a:xfrm>
          <a:prstGeom prst="rect">
            <a:avLst/>
          </a:prstGeom>
        </p:spPr>
        <p:txBody>
          <a:bodyPr vert="horz" lIns="91440" tIns="45720" rIns="91440" bIns="45720" rtlCol="0" anchor="ctr"/>
          <a:lstStyle>
            <a:lvl1pPr algn="ctr">
              <a:defRPr sz="900" b="0" i="0">
                <a:solidFill>
                  <a:schemeClr val="tx1">
                    <a:tint val="75000"/>
                  </a:schemeClr>
                </a:solidFill>
                <a:latin typeface="Palatino Linotype" panose="02040502050505030304" pitchFamily="18" charset="0"/>
              </a:defRPr>
            </a:lvl1pPr>
          </a:lstStyle>
          <a:p>
            <a:endParaRPr lang="en-US"/>
          </a:p>
        </p:txBody>
      </p:sp>
      <p:sp>
        <p:nvSpPr>
          <p:cNvPr id="6" name="Slide Number Placeholder 5"/>
          <p:cNvSpPr>
            <a:spLocks noGrp="1"/>
          </p:cNvSpPr>
          <p:nvPr>
            <p:ph type="sldNum" sz="quarter" idx="4"/>
          </p:nvPr>
        </p:nvSpPr>
        <p:spPr>
          <a:xfrm>
            <a:off x="6457950" y="6356352"/>
            <a:ext cx="2057400" cy="365125"/>
          </a:xfrm>
          <a:prstGeom prst="rect">
            <a:avLst/>
          </a:prstGeom>
        </p:spPr>
        <p:txBody>
          <a:bodyPr vert="horz" lIns="91440" tIns="45720" rIns="91440" bIns="45720" rtlCol="0" anchor="ctr"/>
          <a:lstStyle>
            <a:lvl1pPr algn="r">
              <a:defRPr sz="900" b="0" i="0">
                <a:solidFill>
                  <a:schemeClr val="tx1">
                    <a:tint val="75000"/>
                  </a:schemeClr>
                </a:solidFill>
                <a:latin typeface="Palatino Linotype" panose="02040502050505030304" pitchFamily="18" charset="0"/>
              </a:defRPr>
            </a:lvl1pPr>
          </a:lstStyle>
          <a:p>
            <a:fld id="{F6579A09-310B-C44E-BCE0-1A21A05AF25F}" type="slidenum">
              <a:rPr lang="en-US" smtClean="0"/>
              <a:t>‹#›</a:t>
            </a:fld>
            <a:endParaRPr lang="en-US"/>
          </a:p>
        </p:txBody>
      </p:sp>
    </p:spTree>
    <p:extLst>
      <p:ext uri="{BB962C8B-B14F-4D97-AF65-F5344CB8AC3E}">
        <p14:creationId xmlns:p14="http://schemas.microsoft.com/office/powerpoint/2010/main" val="857934676"/>
      </p:ext>
    </p:extLst>
  </p:cSld>
  <p:clrMap bg1="lt1" tx1="dk1" bg2="lt2" tx2="dk2" accent1="accent1" accent2="accent2" accent3="accent3" accent4="accent4" accent5="accent5" accent6="accent6" hlink="hlink" folHlink="folHlink"/>
  <p:sldLayoutIdLst>
    <p:sldLayoutId id="2147483708" r:id="rId1"/>
    <p:sldLayoutId id="2147483709" r:id="rId2"/>
    <p:sldLayoutId id="2147483710" r:id="rId3"/>
    <p:sldLayoutId id="2147483711" r:id="rId4"/>
    <p:sldLayoutId id="2147483712" r:id="rId5"/>
    <p:sldLayoutId id="2147483713" r:id="rId6"/>
    <p:sldLayoutId id="2147483714" r:id="rId7"/>
    <p:sldLayoutId id="2147483715" r:id="rId8"/>
    <p:sldLayoutId id="2147483716" r:id="rId9"/>
    <p:sldLayoutId id="2147483717" r:id="rId10"/>
    <p:sldLayoutId id="2147483718" r:id="rId11"/>
    <p:sldLayoutId id="2147483719" r:id="rId12"/>
  </p:sldLayoutIdLst>
  <p:txStyles>
    <p:titleStyle>
      <a:lvl1pPr algn="l" defTabSz="685577" rtl="0" eaLnBrk="1" latinLnBrk="0" hangingPunct="1">
        <a:lnSpc>
          <a:spcPct val="90000"/>
        </a:lnSpc>
        <a:spcBef>
          <a:spcPct val="0"/>
        </a:spcBef>
        <a:buNone/>
        <a:defRPr sz="3299" b="0" i="0" kern="1200">
          <a:solidFill>
            <a:schemeClr val="tx1"/>
          </a:solidFill>
          <a:latin typeface="Palatino Linotype" panose="02040502050505030304" pitchFamily="18" charset="0"/>
          <a:ea typeface="Palatino" pitchFamily="2" charset="77"/>
          <a:cs typeface="+mj-cs"/>
        </a:defRPr>
      </a:lvl1pPr>
    </p:titleStyle>
    <p:bodyStyle>
      <a:lvl1pPr marL="171395" indent="-171395" algn="l" defTabSz="685577" rtl="0" eaLnBrk="1" latinLnBrk="0" hangingPunct="1">
        <a:lnSpc>
          <a:spcPct val="90000"/>
        </a:lnSpc>
        <a:spcBef>
          <a:spcPts val="750"/>
        </a:spcBef>
        <a:buFont typeface="Arial" panose="020B0604020202020204" pitchFamily="34" charset="0"/>
        <a:buChar char="•"/>
        <a:defRPr sz="2099" b="0" i="0" kern="1200">
          <a:solidFill>
            <a:schemeClr val="tx1"/>
          </a:solidFill>
          <a:latin typeface="+mn-lt"/>
          <a:ea typeface="+mn-ea"/>
          <a:cs typeface="+mn-cs"/>
        </a:defRPr>
      </a:lvl1pPr>
      <a:lvl2pPr marL="514183" indent="-171395" algn="l" defTabSz="685577" rtl="0" eaLnBrk="1" latinLnBrk="0" hangingPunct="1">
        <a:lnSpc>
          <a:spcPct val="90000"/>
        </a:lnSpc>
        <a:spcBef>
          <a:spcPts val="375"/>
        </a:spcBef>
        <a:buFont typeface="Arial" panose="020B0604020202020204" pitchFamily="34" charset="0"/>
        <a:buChar char="•"/>
        <a:defRPr sz="1799" b="0" i="0" kern="1200">
          <a:solidFill>
            <a:schemeClr val="tx1"/>
          </a:solidFill>
          <a:latin typeface="+mn-lt"/>
          <a:ea typeface="+mn-ea"/>
          <a:cs typeface="+mn-cs"/>
        </a:defRPr>
      </a:lvl2pPr>
      <a:lvl3pPr marL="856972" indent="-171395" algn="l" defTabSz="685577" rtl="0" eaLnBrk="1" latinLnBrk="0" hangingPunct="1">
        <a:lnSpc>
          <a:spcPct val="90000"/>
        </a:lnSpc>
        <a:spcBef>
          <a:spcPts val="375"/>
        </a:spcBef>
        <a:buFont typeface="Arial" panose="020B0604020202020204" pitchFamily="34" charset="0"/>
        <a:buChar char="•"/>
        <a:defRPr sz="1499" b="0" i="0" kern="1200">
          <a:solidFill>
            <a:schemeClr val="tx1"/>
          </a:solidFill>
          <a:latin typeface="+mn-lt"/>
          <a:ea typeface="+mn-ea"/>
          <a:cs typeface="+mn-cs"/>
        </a:defRPr>
      </a:lvl3pPr>
      <a:lvl4pPr marL="1199760" indent="-171395" algn="l" defTabSz="685577" rtl="0" eaLnBrk="1" latinLnBrk="0" hangingPunct="1">
        <a:lnSpc>
          <a:spcPct val="90000"/>
        </a:lnSpc>
        <a:spcBef>
          <a:spcPts val="375"/>
        </a:spcBef>
        <a:buFont typeface="Arial" panose="020B0604020202020204" pitchFamily="34" charset="0"/>
        <a:buChar char="•"/>
        <a:defRPr sz="1349" b="0" i="0" kern="1200">
          <a:solidFill>
            <a:schemeClr val="tx1"/>
          </a:solidFill>
          <a:latin typeface="+mn-lt"/>
          <a:ea typeface="+mn-ea"/>
          <a:cs typeface="+mn-cs"/>
        </a:defRPr>
      </a:lvl4pPr>
      <a:lvl5pPr marL="1542548" indent="-171395" algn="l" defTabSz="685577" rtl="0" eaLnBrk="1" latinLnBrk="0" hangingPunct="1">
        <a:lnSpc>
          <a:spcPct val="90000"/>
        </a:lnSpc>
        <a:spcBef>
          <a:spcPts val="375"/>
        </a:spcBef>
        <a:buFont typeface="Arial" panose="020B0604020202020204" pitchFamily="34" charset="0"/>
        <a:buChar char="•"/>
        <a:defRPr sz="1349" b="0" i="0" kern="1200">
          <a:solidFill>
            <a:schemeClr val="tx1"/>
          </a:solidFill>
          <a:latin typeface="+mn-lt"/>
          <a:ea typeface="+mn-ea"/>
          <a:cs typeface="+mn-cs"/>
        </a:defRPr>
      </a:lvl5pPr>
      <a:lvl6pPr marL="1885337" indent="-171395" algn="l" defTabSz="685577" rtl="0" eaLnBrk="1" latinLnBrk="0" hangingPunct="1">
        <a:lnSpc>
          <a:spcPct val="90000"/>
        </a:lnSpc>
        <a:spcBef>
          <a:spcPts val="375"/>
        </a:spcBef>
        <a:buFont typeface="Arial" panose="020B0604020202020204" pitchFamily="34" charset="0"/>
        <a:buChar char="•"/>
        <a:defRPr sz="1349" kern="1200">
          <a:solidFill>
            <a:schemeClr val="tx1"/>
          </a:solidFill>
          <a:latin typeface="+mn-lt"/>
          <a:ea typeface="+mn-ea"/>
          <a:cs typeface="+mn-cs"/>
        </a:defRPr>
      </a:lvl6pPr>
      <a:lvl7pPr marL="2228126" indent="-171395" algn="l" defTabSz="685577" rtl="0" eaLnBrk="1" latinLnBrk="0" hangingPunct="1">
        <a:lnSpc>
          <a:spcPct val="90000"/>
        </a:lnSpc>
        <a:spcBef>
          <a:spcPts val="375"/>
        </a:spcBef>
        <a:buFont typeface="Arial" panose="020B0604020202020204" pitchFamily="34" charset="0"/>
        <a:buChar char="•"/>
        <a:defRPr sz="1349" kern="1200">
          <a:solidFill>
            <a:schemeClr val="tx1"/>
          </a:solidFill>
          <a:latin typeface="+mn-lt"/>
          <a:ea typeface="+mn-ea"/>
          <a:cs typeface="+mn-cs"/>
        </a:defRPr>
      </a:lvl7pPr>
      <a:lvl8pPr marL="2570915" indent="-171395" algn="l" defTabSz="685577" rtl="0" eaLnBrk="1" latinLnBrk="0" hangingPunct="1">
        <a:lnSpc>
          <a:spcPct val="90000"/>
        </a:lnSpc>
        <a:spcBef>
          <a:spcPts val="375"/>
        </a:spcBef>
        <a:buFont typeface="Arial" panose="020B0604020202020204" pitchFamily="34" charset="0"/>
        <a:buChar char="•"/>
        <a:defRPr sz="1349" kern="1200">
          <a:solidFill>
            <a:schemeClr val="tx1"/>
          </a:solidFill>
          <a:latin typeface="+mn-lt"/>
          <a:ea typeface="+mn-ea"/>
          <a:cs typeface="+mn-cs"/>
        </a:defRPr>
      </a:lvl8pPr>
      <a:lvl9pPr marL="2913703" indent="-171395" algn="l" defTabSz="685577" rtl="0" eaLnBrk="1" latinLnBrk="0" hangingPunct="1">
        <a:lnSpc>
          <a:spcPct val="90000"/>
        </a:lnSpc>
        <a:spcBef>
          <a:spcPts val="375"/>
        </a:spcBef>
        <a:buFont typeface="Arial" panose="020B0604020202020204" pitchFamily="34" charset="0"/>
        <a:buChar char="•"/>
        <a:defRPr sz="1349" kern="1200">
          <a:solidFill>
            <a:schemeClr val="tx1"/>
          </a:solidFill>
          <a:latin typeface="+mn-lt"/>
          <a:ea typeface="+mn-ea"/>
          <a:cs typeface="+mn-cs"/>
        </a:defRPr>
      </a:lvl9pPr>
    </p:bodyStyle>
    <p:otherStyle>
      <a:defPPr>
        <a:defRPr lang="en-US"/>
      </a:defPPr>
      <a:lvl1pPr marL="0" algn="l" defTabSz="685577" rtl="0" eaLnBrk="1" latinLnBrk="0" hangingPunct="1">
        <a:defRPr sz="1349" kern="1200">
          <a:solidFill>
            <a:schemeClr val="tx1"/>
          </a:solidFill>
          <a:latin typeface="+mn-lt"/>
          <a:ea typeface="+mn-ea"/>
          <a:cs typeface="+mn-cs"/>
        </a:defRPr>
      </a:lvl1pPr>
      <a:lvl2pPr marL="342788" algn="l" defTabSz="685577" rtl="0" eaLnBrk="1" latinLnBrk="0" hangingPunct="1">
        <a:defRPr sz="1349" kern="1200">
          <a:solidFill>
            <a:schemeClr val="tx1"/>
          </a:solidFill>
          <a:latin typeface="+mn-lt"/>
          <a:ea typeface="+mn-ea"/>
          <a:cs typeface="+mn-cs"/>
        </a:defRPr>
      </a:lvl2pPr>
      <a:lvl3pPr marL="685577" algn="l" defTabSz="685577" rtl="0" eaLnBrk="1" latinLnBrk="0" hangingPunct="1">
        <a:defRPr sz="1349" kern="1200">
          <a:solidFill>
            <a:schemeClr val="tx1"/>
          </a:solidFill>
          <a:latin typeface="+mn-lt"/>
          <a:ea typeface="+mn-ea"/>
          <a:cs typeface="+mn-cs"/>
        </a:defRPr>
      </a:lvl3pPr>
      <a:lvl4pPr marL="1028366" algn="l" defTabSz="685577" rtl="0" eaLnBrk="1" latinLnBrk="0" hangingPunct="1">
        <a:defRPr sz="1349" kern="1200">
          <a:solidFill>
            <a:schemeClr val="tx1"/>
          </a:solidFill>
          <a:latin typeface="+mn-lt"/>
          <a:ea typeface="+mn-ea"/>
          <a:cs typeface="+mn-cs"/>
        </a:defRPr>
      </a:lvl4pPr>
      <a:lvl5pPr marL="1371155" algn="l" defTabSz="685577" rtl="0" eaLnBrk="1" latinLnBrk="0" hangingPunct="1">
        <a:defRPr sz="1349" kern="1200">
          <a:solidFill>
            <a:schemeClr val="tx1"/>
          </a:solidFill>
          <a:latin typeface="+mn-lt"/>
          <a:ea typeface="+mn-ea"/>
          <a:cs typeface="+mn-cs"/>
        </a:defRPr>
      </a:lvl5pPr>
      <a:lvl6pPr marL="1713943" algn="l" defTabSz="685577" rtl="0" eaLnBrk="1" latinLnBrk="0" hangingPunct="1">
        <a:defRPr sz="1349" kern="1200">
          <a:solidFill>
            <a:schemeClr val="tx1"/>
          </a:solidFill>
          <a:latin typeface="+mn-lt"/>
          <a:ea typeface="+mn-ea"/>
          <a:cs typeface="+mn-cs"/>
        </a:defRPr>
      </a:lvl6pPr>
      <a:lvl7pPr marL="2056731" algn="l" defTabSz="685577" rtl="0" eaLnBrk="1" latinLnBrk="0" hangingPunct="1">
        <a:defRPr sz="1349" kern="1200">
          <a:solidFill>
            <a:schemeClr val="tx1"/>
          </a:solidFill>
          <a:latin typeface="+mn-lt"/>
          <a:ea typeface="+mn-ea"/>
          <a:cs typeface="+mn-cs"/>
        </a:defRPr>
      </a:lvl7pPr>
      <a:lvl8pPr marL="2399520" algn="l" defTabSz="685577" rtl="0" eaLnBrk="1" latinLnBrk="0" hangingPunct="1">
        <a:defRPr sz="1349" kern="1200">
          <a:solidFill>
            <a:schemeClr val="tx1"/>
          </a:solidFill>
          <a:latin typeface="+mn-lt"/>
          <a:ea typeface="+mn-ea"/>
          <a:cs typeface="+mn-cs"/>
        </a:defRPr>
      </a:lvl8pPr>
      <a:lvl9pPr marL="2742308" algn="l" defTabSz="685577" rtl="0" eaLnBrk="1" latinLnBrk="0" hangingPunct="1">
        <a:defRPr sz="1349"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hyperlink" Target="mailto:s.garg@keele.ac.uk" TargetMode="Externa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hyperlink" Target="mailto:s.garg@keele.ac.uk" TargetMode="Externa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4.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1.xml.rels><?xml version="1.0" encoding="UTF-8" standalone="yes"?>
<Relationships xmlns="http://schemas.openxmlformats.org/package/2006/relationships"><Relationship Id="rId2" Type="http://schemas.openxmlformats.org/officeDocument/2006/relationships/image" Target="../media/image11.wmf"/><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image" Target="../media/image12.wmf"/><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image" Target="../media/image13.wmf"/><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image" Target="../media/image14.wmf"/><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image" Target="../media/image15.wmf"/><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image" Target="../media/image16.wmf"/><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image" Target="../media/image17.wmf"/><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image" Target="../media/image18.gif"/><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image" Target="../media/image19.wmf"/><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2" Type="http://schemas.openxmlformats.org/officeDocument/2006/relationships/hyperlink" Target="https://www.belbin.com/about/belbin-team-roles" TargetMode="Externa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9868497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6F900F-E63F-3645-B7D0-96BF286DF2E2}"/>
              </a:ext>
            </a:extLst>
          </p:cNvPr>
          <p:cNvSpPr>
            <a:spLocks noGrp="1"/>
          </p:cNvSpPr>
          <p:nvPr>
            <p:ph type="title"/>
          </p:nvPr>
        </p:nvSpPr>
        <p:spPr>
          <a:xfrm>
            <a:off x="541862" y="1047534"/>
            <a:ext cx="7837518" cy="1280067"/>
          </a:xfrm>
        </p:spPr>
        <p:txBody>
          <a:bodyPr/>
          <a:lstStyle/>
          <a:p>
            <a:r>
              <a:rPr lang="en-US"/>
              <a:t>MAN-10081</a:t>
            </a:r>
            <a:br>
              <a:rPr lang="en-US"/>
            </a:br>
            <a:r>
              <a:rPr lang="en-US"/>
              <a:t>Teams, People and Performance</a:t>
            </a:r>
          </a:p>
        </p:txBody>
      </p:sp>
      <p:sp>
        <p:nvSpPr>
          <p:cNvPr id="3" name="Text Placeholder 2">
            <a:extLst>
              <a:ext uri="{FF2B5EF4-FFF2-40B4-BE49-F238E27FC236}">
                <a16:creationId xmlns:a16="http://schemas.microsoft.com/office/drawing/2014/main" id="{193D6C7F-6933-8C47-8F8D-D1556F0D9EA6}"/>
              </a:ext>
            </a:extLst>
          </p:cNvPr>
          <p:cNvSpPr>
            <a:spLocks noGrp="1"/>
          </p:cNvSpPr>
          <p:nvPr>
            <p:ph type="body" sz="quarter" idx="10"/>
          </p:nvPr>
        </p:nvSpPr>
        <p:spPr>
          <a:xfrm>
            <a:off x="540979" y="5206482"/>
            <a:ext cx="6083756" cy="1054358"/>
          </a:xfrm>
        </p:spPr>
        <p:txBody>
          <a:bodyPr/>
          <a:lstStyle/>
          <a:p>
            <a:r>
              <a:rPr lang="en-US"/>
              <a:t>M</a:t>
            </a:r>
          </a:p>
        </p:txBody>
      </p:sp>
    </p:spTree>
    <p:extLst>
      <p:ext uri="{BB962C8B-B14F-4D97-AF65-F5344CB8AC3E}">
        <p14:creationId xmlns:p14="http://schemas.microsoft.com/office/powerpoint/2010/main" val="18671445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440500-F162-8B4D-97F4-1DD54772F788}"/>
              </a:ext>
            </a:extLst>
          </p:cNvPr>
          <p:cNvSpPr>
            <a:spLocks noGrp="1"/>
          </p:cNvSpPr>
          <p:nvPr>
            <p:ph type="title"/>
          </p:nvPr>
        </p:nvSpPr>
        <p:spPr>
          <a:xfrm>
            <a:off x="541862" y="4305571"/>
            <a:ext cx="7935708" cy="1280067"/>
          </a:xfrm>
        </p:spPr>
        <p:txBody>
          <a:bodyPr/>
          <a:lstStyle/>
          <a:p>
            <a:r>
              <a:rPr lang="en-GB"/>
              <a:t>LECTURE 1 - MODULE INTRODUCTION AND WELCOME - 26 January 2026</a:t>
            </a:r>
            <a:endParaRPr lang="en-US"/>
          </a:p>
        </p:txBody>
      </p:sp>
      <p:sp>
        <p:nvSpPr>
          <p:cNvPr id="3" name="Text Placeholder 2">
            <a:extLst>
              <a:ext uri="{FF2B5EF4-FFF2-40B4-BE49-F238E27FC236}">
                <a16:creationId xmlns:a16="http://schemas.microsoft.com/office/drawing/2014/main" id="{22550942-E3AB-314F-9950-52F15611F861}"/>
              </a:ext>
            </a:extLst>
          </p:cNvPr>
          <p:cNvSpPr>
            <a:spLocks noGrp="1"/>
          </p:cNvSpPr>
          <p:nvPr>
            <p:ph type="body" sz="quarter" idx="10"/>
          </p:nvPr>
        </p:nvSpPr>
        <p:spPr>
          <a:xfrm>
            <a:off x="540979" y="5701175"/>
            <a:ext cx="7936592" cy="519078"/>
          </a:xfrm>
        </p:spPr>
        <p:txBody>
          <a:bodyPr>
            <a:normAutofit/>
          </a:bodyPr>
          <a:lstStyle/>
          <a:p>
            <a:r>
              <a:rPr lang="en-US"/>
              <a:t> </a:t>
            </a:r>
          </a:p>
        </p:txBody>
      </p:sp>
    </p:spTree>
    <p:extLst>
      <p:ext uri="{BB962C8B-B14F-4D97-AF65-F5344CB8AC3E}">
        <p14:creationId xmlns:p14="http://schemas.microsoft.com/office/powerpoint/2010/main" val="42124114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EA76CC6-B0A5-C547-ACA2-2CA96E85456B}"/>
              </a:ext>
            </a:extLst>
          </p:cNvPr>
          <p:cNvSpPr>
            <a:spLocks noGrp="1"/>
          </p:cNvSpPr>
          <p:nvPr>
            <p:ph type="body" sz="quarter" idx="10"/>
          </p:nvPr>
        </p:nvSpPr>
        <p:spPr>
          <a:xfrm>
            <a:off x="544743" y="300736"/>
            <a:ext cx="6266604" cy="1002003"/>
          </a:xfrm>
        </p:spPr>
        <p:txBody>
          <a:bodyPr vert="horz" lIns="0" tIns="0" rIns="0" bIns="0" rtlCol="0" anchor="t">
            <a:noAutofit/>
          </a:bodyPr>
          <a:lstStyle/>
          <a:p>
            <a:r>
              <a:rPr lang="en-GB" dirty="0">
                <a:latin typeface="Palatino Linotype"/>
              </a:rPr>
              <a:t>Session Content</a:t>
            </a:r>
          </a:p>
          <a:p>
            <a:endParaRPr lang="en-GB" sz="3600"/>
          </a:p>
          <a:p>
            <a:endParaRPr lang="en-GB" sz="3600"/>
          </a:p>
          <a:p>
            <a:r>
              <a:rPr lang="en-GB" sz="2800" dirty="0">
                <a:latin typeface="Palatino Linotype"/>
              </a:rPr>
              <a:t>Introductions </a:t>
            </a:r>
          </a:p>
          <a:p>
            <a:endParaRPr lang="en-GB" sz="2800"/>
          </a:p>
          <a:p>
            <a:r>
              <a:rPr lang="en-GB" sz="2800" dirty="0">
                <a:latin typeface="Palatino Linotype"/>
              </a:rPr>
              <a:t>Module outline and delivery </a:t>
            </a:r>
          </a:p>
          <a:p>
            <a:endParaRPr lang="en-GB" sz="2800"/>
          </a:p>
          <a:p>
            <a:r>
              <a:rPr lang="en-GB" sz="2800" dirty="0">
                <a:latin typeface="Palatino Linotype"/>
              </a:rPr>
              <a:t>Introduction to Teams</a:t>
            </a:r>
          </a:p>
          <a:p>
            <a:endParaRPr lang="en-GB" sz="2800"/>
          </a:p>
          <a:p>
            <a:r>
              <a:rPr lang="en-GB" sz="2800" dirty="0">
                <a:latin typeface="Palatino Linotype"/>
              </a:rPr>
              <a:t>Team Formation and Roles</a:t>
            </a:r>
            <a:endParaRPr lang="en-GB" sz="2800" dirty="0"/>
          </a:p>
        </p:txBody>
      </p:sp>
    </p:spTree>
    <p:extLst>
      <p:ext uri="{BB962C8B-B14F-4D97-AF65-F5344CB8AC3E}">
        <p14:creationId xmlns:p14="http://schemas.microsoft.com/office/powerpoint/2010/main" val="5149839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182EC28-1BA1-9CB1-9437-F9335ADB5FF3}"/>
              </a:ext>
            </a:extLst>
          </p:cNvPr>
          <p:cNvSpPr>
            <a:spLocks noGrp="1"/>
          </p:cNvSpPr>
          <p:nvPr>
            <p:ph type="body" sz="quarter" idx="10"/>
          </p:nvPr>
        </p:nvSpPr>
        <p:spPr>
          <a:xfrm>
            <a:off x="544742" y="550506"/>
            <a:ext cx="7810363" cy="1156996"/>
          </a:xfrm>
        </p:spPr>
        <p:txBody>
          <a:bodyPr vert="horz" lIns="0" tIns="0" rIns="0" bIns="0" rtlCol="0" anchor="t">
            <a:noAutofit/>
          </a:bodyPr>
          <a:lstStyle/>
          <a:p>
            <a:r>
              <a:rPr lang="en-GB" dirty="0">
                <a:latin typeface="Palatino Linotype"/>
              </a:rPr>
              <a:t>Introductions </a:t>
            </a:r>
            <a:endParaRPr lang="en-GB" dirty="0"/>
          </a:p>
          <a:p>
            <a:r>
              <a:rPr lang="en-GB" sz="3200" dirty="0"/>
              <a:t>Teaching Team</a:t>
            </a:r>
          </a:p>
          <a:p>
            <a:endParaRPr lang="en-GB" sz="4000"/>
          </a:p>
          <a:p>
            <a:pPr>
              <a:lnSpc>
                <a:spcPct val="107000"/>
              </a:lnSpc>
              <a:spcAft>
                <a:spcPts val="130"/>
              </a:spcAft>
            </a:pPr>
            <a:r>
              <a:rPr lang="en-GB" sz="1800" b="1" kern="0" dirty="0">
                <a:solidFill>
                  <a:srgbClr val="000000"/>
                </a:solidFill>
                <a:effectLst/>
                <a:latin typeface="Arial"/>
                <a:ea typeface="Arial" panose="020B0604020202020204" pitchFamily="34" charset="0"/>
                <a:cs typeface="Times New Roman"/>
              </a:rPr>
              <a:t>Module Leader: </a:t>
            </a:r>
            <a:endParaRPr lang="en-GB" sz="1800" kern="100">
              <a:latin typeface="Arial"/>
              <a:ea typeface="Calibri" panose="020F0502020204030204" pitchFamily="34" charset="0"/>
              <a:cs typeface="Times New Roman"/>
            </a:endParaRPr>
          </a:p>
          <a:p>
            <a:pPr>
              <a:lnSpc>
                <a:spcPct val="107000"/>
              </a:lnSpc>
              <a:spcAft>
                <a:spcPts val="130"/>
              </a:spcAft>
            </a:pPr>
            <a:r>
              <a:rPr lang="en-GB" sz="1800" kern="0" dirty="0">
                <a:solidFill>
                  <a:srgbClr val="000000"/>
                </a:solidFill>
                <a:effectLst/>
                <a:latin typeface="Arial"/>
                <a:ea typeface="Arial" panose="020B0604020202020204" pitchFamily="34" charset="0"/>
                <a:cs typeface="Times New Roman"/>
              </a:rPr>
              <a:t>Dr Swati Garg</a:t>
            </a:r>
            <a:endParaRPr lang="en-GB" sz="1800" kern="100" dirty="0">
              <a:effectLst/>
              <a:latin typeface="Arial"/>
              <a:ea typeface="Calibri" panose="020F0502020204030204" pitchFamily="34" charset="0"/>
              <a:cs typeface="Times New Roman"/>
            </a:endParaRPr>
          </a:p>
          <a:p>
            <a:pPr marR="8890" indent="-6350" algn="just">
              <a:lnSpc>
                <a:spcPct val="103000"/>
              </a:lnSpc>
              <a:spcAft>
                <a:spcPts val="20"/>
              </a:spcAft>
            </a:pPr>
            <a:r>
              <a:rPr lang="en-GB" sz="1800" b="1" kern="0" dirty="0">
                <a:solidFill>
                  <a:srgbClr val="000000"/>
                </a:solidFill>
                <a:effectLst/>
                <a:latin typeface="Arial"/>
                <a:ea typeface="Arial" panose="020B0604020202020204" pitchFamily="34" charset="0"/>
                <a:cs typeface="Times New Roman"/>
              </a:rPr>
              <a:t>Office</a:t>
            </a:r>
            <a:r>
              <a:rPr lang="en-GB" sz="1800" kern="0" dirty="0">
                <a:solidFill>
                  <a:srgbClr val="000000"/>
                </a:solidFill>
                <a:effectLst/>
                <a:latin typeface="Arial"/>
                <a:ea typeface="Arial" panose="020B0604020202020204" pitchFamily="34" charset="0"/>
                <a:cs typeface="Times New Roman"/>
              </a:rPr>
              <a:t> Keele Smart Innovation Hub 1.039 </a:t>
            </a:r>
            <a:endParaRPr lang="en-GB" sz="1800" kern="100" dirty="0">
              <a:effectLst/>
              <a:latin typeface="Arial"/>
              <a:ea typeface="Calibri" panose="020F0502020204030204" pitchFamily="34" charset="0"/>
              <a:cs typeface="Times New Roman"/>
            </a:endParaRPr>
          </a:p>
          <a:p>
            <a:pPr marR="3187065" indent="-6350" algn="just">
              <a:lnSpc>
                <a:spcPct val="131000"/>
              </a:lnSpc>
              <a:spcAft>
                <a:spcPts val="20"/>
              </a:spcAft>
            </a:pPr>
            <a:endParaRPr lang="en-GB" sz="1800" b="1" kern="0" dirty="0">
              <a:solidFill>
                <a:srgbClr val="000000"/>
              </a:solidFill>
              <a:latin typeface="Arial"/>
              <a:ea typeface="Arial" panose="020B0604020202020204" pitchFamily="34" charset="0"/>
              <a:cs typeface="Times New Roman"/>
            </a:endParaRPr>
          </a:p>
          <a:p>
            <a:pPr marR="3187065" indent="-6350" algn="just">
              <a:lnSpc>
                <a:spcPct val="131000"/>
              </a:lnSpc>
              <a:spcAft>
                <a:spcPts val="20"/>
              </a:spcAft>
            </a:pPr>
            <a:r>
              <a:rPr lang="en-GB" sz="1800" b="1" kern="0" dirty="0">
                <a:solidFill>
                  <a:srgbClr val="000000"/>
                </a:solidFill>
                <a:effectLst/>
                <a:latin typeface="Arial"/>
                <a:ea typeface="Arial" panose="020B0604020202020204" pitchFamily="34" charset="0"/>
                <a:cs typeface="Times New Roman"/>
              </a:rPr>
              <a:t>Email:</a:t>
            </a:r>
            <a:r>
              <a:rPr lang="en-GB" sz="1800" kern="0" dirty="0">
                <a:solidFill>
                  <a:srgbClr val="000000"/>
                </a:solidFill>
                <a:effectLst/>
                <a:latin typeface="Arial"/>
                <a:ea typeface="Arial" panose="020B0604020202020204" pitchFamily="34" charset="0"/>
                <a:cs typeface="Times New Roman"/>
              </a:rPr>
              <a:t> </a:t>
            </a:r>
            <a:r>
              <a:rPr lang="en-GB" sz="1800" b="1" u="sng" kern="0" dirty="0">
                <a:solidFill>
                  <a:srgbClr val="0563C1"/>
                </a:solidFill>
                <a:effectLst/>
                <a:latin typeface="Arial"/>
                <a:ea typeface="Arial" panose="020B0604020202020204" pitchFamily="34" charset="0"/>
                <a:cs typeface="Times New Roman"/>
                <a:hlinkClick r:id="rId2"/>
              </a:rPr>
              <a:t>s.garg@keele.ac.uk</a:t>
            </a:r>
            <a:r>
              <a:rPr lang="en-GB" sz="1800" kern="100" dirty="0">
                <a:latin typeface="Calibri"/>
                <a:ea typeface="Calibri"/>
                <a:cs typeface="Times New Roman"/>
              </a:rPr>
              <a:t> </a:t>
            </a:r>
            <a:endParaRPr lang="en-GB" sz="1800" kern="100" dirty="0">
              <a:effectLst/>
              <a:latin typeface="Arial"/>
              <a:ea typeface="Calibri" panose="020F0502020204030204" pitchFamily="34" charset="0"/>
              <a:cs typeface="Times New Roman"/>
            </a:endParaRPr>
          </a:p>
          <a:p>
            <a:pPr marR="3187065" indent="-6350" algn="just">
              <a:lnSpc>
                <a:spcPct val="131000"/>
              </a:lnSpc>
              <a:spcAft>
                <a:spcPts val="20"/>
              </a:spcAft>
            </a:pPr>
            <a:endParaRPr lang="en-GB" sz="1800" b="1" u="sng" kern="0" dirty="0">
              <a:solidFill>
                <a:srgbClr val="0563C1"/>
              </a:solidFill>
              <a:latin typeface="Arial"/>
              <a:ea typeface="Arial" panose="020B0604020202020204" pitchFamily="34" charset="0"/>
              <a:cs typeface="Times New Roman"/>
            </a:endParaRPr>
          </a:p>
          <a:p>
            <a:pPr marR="3187065" indent="-6350" algn="just">
              <a:lnSpc>
                <a:spcPct val="131000"/>
              </a:lnSpc>
              <a:spcAft>
                <a:spcPts val="20"/>
              </a:spcAft>
            </a:pPr>
            <a:r>
              <a:rPr lang="en-GB" sz="1800" b="1" u="sng" kern="0" dirty="0">
                <a:solidFill>
                  <a:srgbClr val="000000"/>
                </a:solidFill>
                <a:effectLst/>
                <a:latin typeface="Arial"/>
                <a:ea typeface="Arial" panose="020B0604020202020204" pitchFamily="34" charset="0"/>
                <a:cs typeface="Times New Roman"/>
              </a:rPr>
              <a:t>Office Hours </a:t>
            </a:r>
            <a:endParaRPr lang="en-GB" sz="1800" kern="100" dirty="0">
              <a:effectLst/>
              <a:latin typeface="Arial"/>
              <a:ea typeface="Calibri" panose="020F0502020204030204" pitchFamily="34" charset="0"/>
              <a:cs typeface="Times New Roman"/>
            </a:endParaRPr>
          </a:p>
          <a:p>
            <a:pPr marR="3187065" indent="-6350" algn="just">
              <a:lnSpc>
                <a:spcPct val="131000"/>
              </a:lnSpc>
              <a:spcAft>
                <a:spcPts val="20"/>
              </a:spcAft>
            </a:pPr>
            <a:r>
              <a:rPr lang="en-GB" sz="1800" b="1" kern="0" dirty="0">
                <a:solidFill>
                  <a:srgbClr val="000000"/>
                </a:solidFill>
                <a:effectLst/>
                <a:latin typeface="Arial"/>
                <a:ea typeface="Arial" panose="020B0604020202020204" pitchFamily="34" charset="0"/>
                <a:cs typeface="Times New Roman"/>
              </a:rPr>
              <a:t>Tuesday 12-2 pm</a:t>
            </a:r>
          </a:p>
          <a:p>
            <a:pPr marR="3187065" indent="-6350" algn="just">
              <a:lnSpc>
                <a:spcPct val="131000"/>
              </a:lnSpc>
              <a:spcAft>
                <a:spcPts val="20"/>
              </a:spcAft>
            </a:pPr>
            <a:r>
              <a:rPr lang="en-GB" sz="1800" b="1" kern="0" dirty="0">
                <a:solidFill>
                  <a:srgbClr val="000000"/>
                </a:solidFill>
                <a:effectLst/>
                <a:latin typeface="Arial"/>
                <a:ea typeface="Arial" panose="020B0604020202020204" pitchFamily="34" charset="0"/>
                <a:cs typeface="Times New Roman"/>
              </a:rPr>
              <a:t>Wednesday Online 12-1 pm</a:t>
            </a:r>
            <a:endParaRPr lang="en-GB" sz="2400" dirty="0">
              <a:latin typeface="Arial"/>
              <a:cs typeface="Times New Roman"/>
            </a:endParaRPr>
          </a:p>
          <a:p>
            <a:endParaRPr lang="en-GB"/>
          </a:p>
          <a:p>
            <a:endParaRPr lang="en-GB"/>
          </a:p>
          <a:p>
            <a:endParaRPr lang="en-GB"/>
          </a:p>
        </p:txBody>
      </p:sp>
      <p:pic>
        <p:nvPicPr>
          <p:cNvPr id="3" name="Picture 2" descr="A person smiling at the camera&#10;&#10;AI-generated content may be incorrect.">
            <a:extLst>
              <a:ext uri="{FF2B5EF4-FFF2-40B4-BE49-F238E27FC236}">
                <a16:creationId xmlns:a16="http://schemas.microsoft.com/office/drawing/2014/main" id="{A7FFDFF9-E281-41E8-F67B-D498AFBA29BF}"/>
              </a:ext>
            </a:extLst>
          </p:cNvPr>
          <p:cNvPicPr>
            <a:picLocks noChangeAspect="1"/>
          </p:cNvPicPr>
          <p:nvPr/>
        </p:nvPicPr>
        <p:blipFill>
          <a:blip r:embed="rId3"/>
          <a:stretch>
            <a:fillRect/>
          </a:stretch>
        </p:blipFill>
        <p:spPr>
          <a:xfrm>
            <a:off x="5650490" y="2238375"/>
            <a:ext cx="2809875" cy="2838450"/>
          </a:xfrm>
          <a:prstGeom prst="rect">
            <a:avLst/>
          </a:prstGeom>
        </p:spPr>
      </p:pic>
    </p:spTree>
    <p:extLst>
      <p:ext uri="{BB962C8B-B14F-4D97-AF65-F5344CB8AC3E}">
        <p14:creationId xmlns:p14="http://schemas.microsoft.com/office/powerpoint/2010/main" val="21305259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38275B-19F1-F72A-F627-4F033730B574}"/>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A9BC7AB1-826F-6F75-4AAD-B229BC2671CA}"/>
              </a:ext>
            </a:extLst>
          </p:cNvPr>
          <p:cNvSpPr>
            <a:spLocks noGrp="1"/>
          </p:cNvSpPr>
          <p:nvPr>
            <p:ph type="body" sz="quarter" idx="10"/>
          </p:nvPr>
        </p:nvSpPr>
        <p:spPr>
          <a:xfrm>
            <a:off x="544742" y="550506"/>
            <a:ext cx="7810363" cy="1156996"/>
          </a:xfrm>
        </p:spPr>
        <p:txBody>
          <a:bodyPr vert="horz" lIns="0" tIns="0" rIns="0" bIns="0" rtlCol="0" anchor="t">
            <a:noAutofit/>
          </a:bodyPr>
          <a:lstStyle/>
          <a:p>
            <a:r>
              <a:rPr lang="en-GB" dirty="0">
                <a:latin typeface="Palatino Linotype"/>
              </a:rPr>
              <a:t>Introductions</a:t>
            </a:r>
          </a:p>
          <a:p>
            <a:endParaRPr lang="en-GB" sz="4000"/>
          </a:p>
          <a:p>
            <a:pPr marR="8890" indent="-6350" algn="just">
              <a:lnSpc>
                <a:spcPct val="103000"/>
              </a:lnSpc>
              <a:spcAft>
                <a:spcPts val="20"/>
              </a:spcAft>
            </a:pPr>
            <a:endParaRPr lang="en-GB" sz="1800" kern="0" dirty="0">
              <a:solidFill>
                <a:srgbClr val="000000"/>
              </a:solidFill>
              <a:latin typeface="Arial"/>
              <a:ea typeface="Arial" panose="020B0604020202020204" pitchFamily="34" charset="0"/>
              <a:cs typeface="Times New Roman"/>
            </a:endParaRPr>
          </a:p>
          <a:p>
            <a:pPr marR="8890" indent="-6350" algn="just">
              <a:lnSpc>
                <a:spcPct val="103000"/>
              </a:lnSpc>
              <a:spcAft>
                <a:spcPts val="20"/>
              </a:spcAft>
            </a:pPr>
            <a:r>
              <a:rPr lang="en-GB" sz="1800" kern="0" dirty="0">
                <a:solidFill>
                  <a:srgbClr val="000000"/>
                </a:solidFill>
                <a:effectLst/>
                <a:latin typeface="Arial"/>
                <a:ea typeface="Arial" panose="020B0604020202020204" pitchFamily="34" charset="0"/>
                <a:cs typeface="Times New Roman"/>
              </a:rPr>
              <a:t>Dr </a:t>
            </a:r>
            <a:r>
              <a:rPr lang="en-GB" sz="1800" kern="0" dirty="0">
                <a:solidFill>
                  <a:srgbClr val="000000"/>
                </a:solidFill>
                <a:latin typeface="Arial"/>
                <a:ea typeface="Arial" panose="020B0604020202020204" pitchFamily="34" charset="0"/>
                <a:cs typeface="Times New Roman"/>
              </a:rPr>
              <a:t>Scott Bambrick</a:t>
            </a:r>
            <a:endParaRPr lang="en-GB" sz="1800" kern="100">
              <a:latin typeface="Arial"/>
              <a:ea typeface="Calibri"/>
              <a:cs typeface="Times New Roman"/>
            </a:endParaRPr>
          </a:p>
          <a:p>
            <a:pPr marR="8890" indent="-6350" algn="just">
              <a:lnSpc>
                <a:spcPct val="103000"/>
              </a:lnSpc>
              <a:spcAft>
                <a:spcPts val="20"/>
              </a:spcAft>
            </a:pPr>
            <a:r>
              <a:rPr lang="en-GB" sz="1800" kern="0" dirty="0">
                <a:solidFill>
                  <a:srgbClr val="000000"/>
                </a:solidFill>
                <a:latin typeface="Arial"/>
                <a:ea typeface="Calibri"/>
                <a:cs typeface="Times New Roman"/>
              </a:rPr>
              <a:t>Director of Keele Business School</a:t>
            </a:r>
            <a:endParaRPr lang="en-GB" sz="1800" kern="0" dirty="0">
              <a:solidFill>
                <a:srgbClr val="000000"/>
              </a:solidFill>
              <a:effectLst/>
              <a:latin typeface="Arial"/>
              <a:ea typeface="Calibri" panose="020F0502020204030204" pitchFamily="34" charset="0"/>
              <a:cs typeface="Times New Roman" panose="02020603050405020304" pitchFamily="18" charset="0"/>
            </a:endParaRPr>
          </a:p>
          <a:p>
            <a:pPr marR="8890" indent="-6350" algn="just">
              <a:lnSpc>
                <a:spcPct val="103000"/>
              </a:lnSpc>
              <a:spcAft>
                <a:spcPts val="20"/>
              </a:spcAft>
            </a:pPr>
            <a:endParaRPr lang="en-GB" sz="1800" b="1" kern="0" dirty="0">
              <a:solidFill>
                <a:srgbClr val="000000"/>
              </a:solidFill>
              <a:latin typeface="Arial"/>
              <a:ea typeface="Arial" panose="020B0604020202020204" pitchFamily="34" charset="0"/>
              <a:cs typeface="Times New Roman"/>
            </a:endParaRPr>
          </a:p>
          <a:p>
            <a:pPr marR="8890" indent="-6350" algn="just">
              <a:lnSpc>
                <a:spcPct val="103000"/>
              </a:lnSpc>
              <a:spcAft>
                <a:spcPts val="20"/>
              </a:spcAft>
            </a:pPr>
            <a:endParaRPr lang="en-GB" sz="1800" b="1" kern="0" dirty="0">
              <a:solidFill>
                <a:srgbClr val="000000"/>
              </a:solidFill>
              <a:latin typeface="Arial"/>
              <a:ea typeface="Arial" panose="020B0604020202020204" pitchFamily="34" charset="0"/>
              <a:cs typeface="Times New Roman"/>
            </a:endParaRPr>
          </a:p>
          <a:p>
            <a:pPr marR="8890" indent="-6350" algn="just">
              <a:lnSpc>
                <a:spcPct val="103000"/>
              </a:lnSpc>
              <a:spcAft>
                <a:spcPts val="20"/>
              </a:spcAft>
            </a:pPr>
            <a:r>
              <a:rPr lang="en-GB" sz="1800" b="1" kern="0" dirty="0">
                <a:solidFill>
                  <a:srgbClr val="000000"/>
                </a:solidFill>
                <a:effectLst/>
                <a:latin typeface="Arial"/>
                <a:ea typeface="Arial" panose="020B0604020202020204" pitchFamily="34" charset="0"/>
                <a:cs typeface="Times New Roman"/>
              </a:rPr>
              <a:t>Office</a:t>
            </a:r>
            <a:r>
              <a:rPr lang="en-GB" sz="1800" kern="0" dirty="0">
                <a:solidFill>
                  <a:srgbClr val="000000"/>
                </a:solidFill>
                <a:effectLst/>
                <a:latin typeface="Arial"/>
                <a:ea typeface="Arial" panose="020B0604020202020204" pitchFamily="34" charset="0"/>
                <a:cs typeface="Times New Roman"/>
              </a:rPr>
              <a:t> Keele Smart Innovation Hub </a:t>
            </a:r>
            <a:endParaRPr lang="en-GB" sz="1800" kern="100" dirty="0">
              <a:effectLst/>
              <a:latin typeface="Arial"/>
              <a:ea typeface="Calibri" panose="020F0502020204030204" pitchFamily="34" charset="0"/>
              <a:cs typeface="Times New Roman"/>
            </a:endParaRPr>
          </a:p>
          <a:p>
            <a:pPr marR="3187065" indent="-6350" algn="just">
              <a:lnSpc>
                <a:spcPct val="131000"/>
              </a:lnSpc>
              <a:spcAft>
                <a:spcPts val="20"/>
              </a:spcAft>
            </a:pPr>
            <a:endParaRPr lang="en-GB" sz="1800" b="1" kern="0">
              <a:solidFill>
                <a:srgbClr val="000000"/>
              </a:solidFill>
              <a:effectLst/>
              <a:latin typeface="Arial" panose="020B0604020202020204" pitchFamily="34" charset="0"/>
              <a:ea typeface="Arial" panose="020B0604020202020204" pitchFamily="34" charset="0"/>
              <a:cs typeface="Times New Roman" panose="02020603050405020304" pitchFamily="18" charset="0"/>
            </a:endParaRPr>
          </a:p>
          <a:p>
            <a:pPr marR="3187065" indent="-6350" algn="just">
              <a:lnSpc>
                <a:spcPct val="131000"/>
              </a:lnSpc>
              <a:spcAft>
                <a:spcPts val="20"/>
              </a:spcAft>
            </a:pPr>
            <a:endParaRPr lang="en-GB" sz="1800" b="1" kern="0" dirty="0">
              <a:solidFill>
                <a:srgbClr val="000000"/>
              </a:solidFill>
              <a:latin typeface="Arial"/>
              <a:ea typeface="Arial" panose="020B0604020202020204" pitchFamily="34" charset="0"/>
              <a:cs typeface="Times New Roman"/>
            </a:endParaRPr>
          </a:p>
          <a:p>
            <a:pPr marR="3187065" indent="-6350" algn="just">
              <a:lnSpc>
                <a:spcPct val="131000"/>
              </a:lnSpc>
              <a:spcAft>
                <a:spcPts val="20"/>
              </a:spcAft>
            </a:pPr>
            <a:r>
              <a:rPr lang="en-GB" sz="1800" b="1" kern="0" dirty="0">
                <a:solidFill>
                  <a:srgbClr val="000000"/>
                </a:solidFill>
                <a:effectLst/>
                <a:latin typeface="Arial"/>
                <a:ea typeface="Arial" panose="020B0604020202020204" pitchFamily="34" charset="0"/>
                <a:cs typeface="Times New Roman"/>
              </a:rPr>
              <a:t>Email:</a:t>
            </a:r>
            <a:r>
              <a:rPr lang="en-GB" sz="1800" kern="0" dirty="0">
                <a:solidFill>
                  <a:srgbClr val="000000"/>
                </a:solidFill>
                <a:effectLst/>
                <a:latin typeface="Arial"/>
                <a:ea typeface="Arial" panose="020B0604020202020204" pitchFamily="34" charset="0"/>
                <a:cs typeface="Times New Roman"/>
              </a:rPr>
              <a:t> </a:t>
            </a:r>
            <a:r>
              <a:rPr lang="en-GB" sz="1800" b="1" u="sng" kern="0" dirty="0">
                <a:solidFill>
                  <a:srgbClr val="0563C1"/>
                </a:solidFill>
                <a:effectLst/>
                <a:latin typeface="Arial"/>
                <a:ea typeface="Arial" panose="020B0604020202020204" pitchFamily="34" charset="0"/>
                <a:cs typeface="Times New Roman"/>
                <a:hlinkClick r:id="rId2">
                  <a:extLst>
                    <a:ext uri="{A12FA001-AC4F-418D-AE19-62706E023703}">
                      <ahyp:hlinkClr xmlns:ahyp="http://schemas.microsoft.com/office/drawing/2018/hyperlinkcolor" val="tx"/>
                    </a:ext>
                  </a:extLst>
                </a:hlinkClick>
              </a:rPr>
              <a:t>s</a:t>
            </a:r>
            <a:r>
              <a:rPr lang="en-GB" sz="1800" b="1" u="sng" kern="0" dirty="0">
                <a:solidFill>
                  <a:srgbClr val="0563C1"/>
                </a:solidFill>
                <a:latin typeface="Arial"/>
                <a:ea typeface="Arial" panose="020B0604020202020204" pitchFamily="34" charset="0"/>
                <a:cs typeface="Times New Roman"/>
                <a:hlinkClick r:id="rId2">
                  <a:extLst>
                    <a:ext uri="{A12FA001-AC4F-418D-AE19-62706E023703}">
                      <ahyp:hlinkClr xmlns:ahyp="http://schemas.microsoft.com/office/drawing/2018/hyperlinkcolor" val="tx"/>
                    </a:ext>
                  </a:extLst>
                </a:hlinkClick>
              </a:rPr>
              <a:t>.bambrick@</a:t>
            </a:r>
            <a:r>
              <a:rPr lang="en-GB" sz="1800" b="1" u="sng" kern="0" dirty="0">
                <a:solidFill>
                  <a:srgbClr val="0563C1"/>
                </a:solidFill>
                <a:effectLst/>
                <a:latin typeface="Arial"/>
                <a:ea typeface="Arial" panose="020B0604020202020204" pitchFamily="34" charset="0"/>
                <a:cs typeface="Times New Roman"/>
                <a:hlinkClick r:id="rId2">
                  <a:extLst>
                    <a:ext uri="{A12FA001-AC4F-418D-AE19-62706E023703}">
                      <ahyp:hlinkClr xmlns:ahyp="http://schemas.microsoft.com/office/drawing/2018/hyperlinkcolor" val="tx"/>
                    </a:ext>
                  </a:extLst>
                </a:hlinkClick>
              </a:rPr>
              <a:t>keele.ac.uk</a:t>
            </a:r>
            <a:endParaRPr lang="en-GB" sz="1800" kern="100" dirty="0">
              <a:effectLst/>
              <a:latin typeface="Arial"/>
              <a:ea typeface="Calibri" panose="020F0502020204030204" pitchFamily="34" charset="0"/>
              <a:cs typeface="Times New Roman"/>
              <a:hlinkClick r:id="rId2">
                <a:extLst>
                  <a:ext uri="{A12FA001-AC4F-418D-AE19-62706E023703}">
                    <ahyp:hlinkClr xmlns:ahyp="http://schemas.microsoft.com/office/drawing/2018/hyperlinkcolor" val="tx"/>
                  </a:ext>
                </a:extLst>
              </a:hlinkClick>
            </a:endParaRPr>
          </a:p>
          <a:p>
            <a:endParaRPr lang="en-GB">
              <a:effectLst/>
              <a:ea typeface="Arial" panose="020B0604020202020204" pitchFamily="34" charset="0"/>
              <a:cs typeface="Times New Roman" panose="02020603050405020304" pitchFamily="18" charset="0"/>
            </a:endParaRPr>
          </a:p>
          <a:p>
            <a:pPr marR="3187065" indent="-6350" algn="just">
              <a:lnSpc>
                <a:spcPct val="131000"/>
              </a:lnSpc>
              <a:spcAft>
                <a:spcPts val="20"/>
              </a:spcAft>
            </a:pPr>
            <a:endParaRPr lang="en-GB"/>
          </a:p>
          <a:p>
            <a:endParaRPr lang="en-GB"/>
          </a:p>
        </p:txBody>
      </p:sp>
      <p:pic>
        <p:nvPicPr>
          <p:cNvPr id="4" name="Picture 3" descr="A person in a suit smiling&#10;&#10;AI-generated content may be incorrect.">
            <a:extLst>
              <a:ext uri="{FF2B5EF4-FFF2-40B4-BE49-F238E27FC236}">
                <a16:creationId xmlns:a16="http://schemas.microsoft.com/office/drawing/2014/main" id="{C890BB50-0CC8-DDCD-DBCD-A3CBCEE3C8A5}"/>
              </a:ext>
            </a:extLst>
          </p:cNvPr>
          <p:cNvPicPr>
            <a:picLocks noChangeAspect="1"/>
          </p:cNvPicPr>
          <p:nvPr/>
        </p:nvPicPr>
        <p:blipFill>
          <a:blip r:embed="rId3"/>
          <a:stretch>
            <a:fillRect/>
          </a:stretch>
        </p:blipFill>
        <p:spPr>
          <a:xfrm>
            <a:off x="5216670" y="2104159"/>
            <a:ext cx="2867025" cy="2857500"/>
          </a:xfrm>
          <a:prstGeom prst="rect">
            <a:avLst/>
          </a:prstGeom>
        </p:spPr>
      </p:pic>
    </p:spTree>
    <p:extLst>
      <p:ext uri="{BB962C8B-B14F-4D97-AF65-F5344CB8AC3E}">
        <p14:creationId xmlns:p14="http://schemas.microsoft.com/office/powerpoint/2010/main" val="563811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C1F72C7-2081-E892-062A-9DD960633BD6}"/>
              </a:ext>
            </a:extLst>
          </p:cNvPr>
          <p:cNvSpPr>
            <a:spLocks noGrp="1"/>
          </p:cNvSpPr>
          <p:nvPr>
            <p:ph type="body" sz="quarter" idx="10"/>
          </p:nvPr>
        </p:nvSpPr>
        <p:spPr>
          <a:xfrm>
            <a:off x="544742" y="690467"/>
            <a:ext cx="7811857" cy="765110"/>
          </a:xfrm>
        </p:spPr>
        <p:txBody>
          <a:bodyPr vert="horz" lIns="0" tIns="0" rIns="0" bIns="0" rtlCol="0" anchor="t">
            <a:noAutofit/>
          </a:bodyPr>
          <a:lstStyle/>
          <a:p>
            <a:r>
              <a:rPr lang="en-GB" sz="3200" dirty="0">
                <a:latin typeface="Palatino Linotype"/>
              </a:rPr>
              <a:t>Teams, People and Performance - </a:t>
            </a:r>
            <a:endParaRPr lang="en-US" dirty="0"/>
          </a:p>
          <a:p>
            <a:r>
              <a:rPr lang="en-GB" sz="3200" dirty="0">
                <a:latin typeface="Palatino Linotype"/>
              </a:rPr>
              <a:t>Module Aims</a:t>
            </a:r>
            <a:endParaRPr lang="en-GB" dirty="0"/>
          </a:p>
          <a:p>
            <a:pPr>
              <a:lnSpc>
                <a:spcPct val="150000"/>
              </a:lnSpc>
            </a:pPr>
            <a:endParaRPr lang="en-GB" sz="1200" dirty="0">
              <a:latin typeface="Palatino Linotype"/>
            </a:endParaRPr>
          </a:p>
          <a:p>
            <a:pPr>
              <a:lnSpc>
                <a:spcPct val="150000"/>
              </a:lnSpc>
            </a:pPr>
            <a:r>
              <a:rPr lang="en-GB" sz="1800" dirty="0">
                <a:latin typeface="Palatino Linotype"/>
              </a:rPr>
              <a:t>The aim of this module is to provide students with an understanding of the principles and practices that underpin </a:t>
            </a:r>
            <a:r>
              <a:rPr lang="en-GB" sz="1800" b="1" dirty="0">
                <a:latin typeface="Palatino Linotype"/>
              </a:rPr>
              <a:t>effective teamwork and team performance</a:t>
            </a:r>
            <a:r>
              <a:rPr lang="en-GB" sz="1800" dirty="0">
                <a:latin typeface="Palatino Linotype"/>
              </a:rPr>
              <a:t>. Students will explore the </a:t>
            </a:r>
            <a:r>
              <a:rPr lang="en-GB" sz="1800" b="1" dirty="0">
                <a:latin typeface="Palatino Linotype"/>
              </a:rPr>
              <a:t>roles and dynamics</a:t>
            </a:r>
            <a:r>
              <a:rPr lang="en-GB" sz="1800" dirty="0">
                <a:latin typeface="Palatino Linotype"/>
              </a:rPr>
              <a:t> within teams, recognising </a:t>
            </a:r>
            <a:r>
              <a:rPr lang="en-GB" sz="1800" b="1" dirty="0">
                <a:latin typeface="Palatino Linotype"/>
              </a:rPr>
              <a:t>how individual contributions and leadership impact collective outcomes</a:t>
            </a:r>
            <a:r>
              <a:rPr lang="en-GB" sz="1800" dirty="0">
                <a:latin typeface="Palatino Linotype"/>
              </a:rPr>
              <a:t>. The module seeks to develop students’ abilities to identify and apply key team theories and practices in real-world scenarios. Through engaging activities and assessments, students will gain insights into </a:t>
            </a:r>
            <a:r>
              <a:rPr lang="en-GB" sz="1800" b="1" dirty="0">
                <a:latin typeface="Palatino Linotype"/>
              </a:rPr>
              <a:t>team development, communication, and performance management,</a:t>
            </a:r>
            <a:r>
              <a:rPr lang="en-GB" sz="1800" dirty="0">
                <a:latin typeface="Palatino Linotype"/>
              </a:rPr>
              <a:t> equipping them with the foundational skills needed to effectively collaborate and contribute within diverse organisational settings.</a:t>
            </a:r>
          </a:p>
          <a:p>
            <a:pPr>
              <a:lnSpc>
                <a:spcPct val="150000"/>
              </a:lnSpc>
            </a:pPr>
            <a:endParaRPr lang="en-GB" sz="2000"/>
          </a:p>
          <a:p>
            <a:endParaRPr lang="en-GB" sz="2000"/>
          </a:p>
        </p:txBody>
      </p:sp>
    </p:spTree>
    <p:extLst>
      <p:ext uri="{BB962C8B-B14F-4D97-AF65-F5344CB8AC3E}">
        <p14:creationId xmlns:p14="http://schemas.microsoft.com/office/powerpoint/2010/main" val="28948382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C1F72C7-2081-E892-062A-9DD960633BD6}"/>
              </a:ext>
            </a:extLst>
          </p:cNvPr>
          <p:cNvSpPr>
            <a:spLocks noGrp="1"/>
          </p:cNvSpPr>
          <p:nvPr>
            <p:ph type="body" sz="quarter" idx="10"/>
          </p:nvPr>
        </p:nvSpPr>
        <p:spPr>
          <a:xfrm>
            <a:off x="544742" y="690467"/>
            <a:ext cx="6990591" cy="765110"/>
          </a:xfrm>
        </p:spPr>
        <p:txBody>
          <a:bodyPr vert="horz" lIns="0" tIns="0" rIns="0" bIns="0" rtlCol="0" anchor="t">
            <a:noAutofit/>
          </a:bodyPr>
          <a:lstStyle/>
          <a:p>
            <a:r>
              <a:rPr lang="en-GB" sz="3200" dirty="0">
                <a:latin typeface="Palatino Linotype"/>
              </a:rPr>
              <a:t>Assessment Summary</a:t>
            </a:r>
          </a:p>
          <a:p>
            <a:endParaRPr lang="en-GB" sz="3200" dirty="0"/>
          </a:p>
          <a:p>
            <a:pPr>
              <a:lnSpc>
                <a:spcPct val="150000"/>
              </a:lnSpc>
            </a:pPr>
            <a:r>
              <a:rPr lang="en-GB" sz="1600" dirty="0">
                <a:latin typeface="Palatino Linotype"/>
              </a:rPr>
              <a:t>Students are required to produce </a:t>
            </a:r>
            <a:r>
              <a:rPr lang="en-GB" sz="1600" b="1" dirty="0">
                <a:latin typeface="Palatino Linotype"/>
              </a:rPr>
              <a:t>either a 5–10-minute podcast or a 1500-word written report</a:t>
            </a:r>
            <a:r>
              <a:rPr lang="en-GB" sz="1600" dirty="0">
                <a:latin typeface="Palatino Linotype"/>
              </a:rPr>
              <a:t>. This project is a deep </a:t>
            </a:r>
            <a:r>
              <a:rPr lang="en-GB" sz="1600" b="1" dirty="0">
                <a:latin typeface="Palatino Linotype"/>
              </a:rPr>
              <a:t>reflection </a:t>
            </a:r>
            <a:r>
              <a:rPr lang="en-GB" sz="1600" dirty="0">
                <a:latin typeface="Palatino Linotype"/>
              </a:rPr>
              <a:t>on your experiences during the team-based exercises in this module, including collaborative tasks, leadership activities, and problem-solving challenges. The submission must address the following three areas:</a:t>
            </a:r>
            <a:endParaRPr lang="en-GB" dirty="0">
              <a:latin typeface="Palatino Linotype"/>
            </a:endParaRPr>
          </a:p>
          <a:p>
            <a:pPr marL="342900" indent="-342900">
              <a:lnSpc>
                <a:spcPct val="150000"/>
              </a:lnSpc>
              <a:buAutoNum type="arabicPeriod"/>
            </a:pPr>
            <a:r>
              <a:rPr lang="en-GB" sz="1600" dirty="0">
                <a:latin typeface="Palatino Linotype"/>
              </a:rPr>
              <a:t>Individual role in the team</a:t>
            </a:r>
          </a:p>
          <a:p>
            <a:pPr marL="342900" indent="-342900">
              <a:lnSpc>
                <a:spcPct val="150000"/>
              </a:lnSpc>
              <a:buAutoNum type="arabicPeriod"/>
            </a:pPr>
            <a:r>
              <a:rPr lang="en-GB" sz="1600" dirty="0">
                <a:latin typeface="Palatino Linotype"/>
              </a:rPr>
              <a:t>Team dynamics</a:t>
            </a:r>
          </a:p>
          <a:p>
            <a:pPr marL="342900" indent="-342900">
              <a:lnSpc>
                <a:spcPct val="150000"/>
              </a:lnSpc>
              <a:buAutoNum type="arabicPeriod"/>
            </a:pPr>
            <a:r>
              <a:rPr lang="en-GB" sz="1600" dirty="0">
                <a:latin typeface="Palatino Linotype"/>
              </a:rPr>
              <a:t>Personal development </a:t>
            </a:r>
          </a:p>
          <a:p>
            <a:pPr>
              <a:lnSpc>
                <a:spcPct val="150000"/>
              </a:lnSpc>
            </a:pPr>
            <a:endParaRPr lang="en-GB" sz="1600" dirty="0">
              <a:latin typeface="Palatino Linotype"/>
            </a:endParaRPr>
          </a:p>
          <a:p>
            <a:pPr>
              <a:lnSpc>
                <a:spcPct val="150000"/>
              </a:lnSpc>
            </a:pPr>
            <a:r>
              <a:rPr lang="en-GB" sz="1600" b="1" dirty="0">
                <a:latin typeface="Palatino Linotype"/>
              </a:rPr>
              <a:t>Submission deadline:</a:t>
            </a:r>
            <a:r>
              <a:rPr lang="en-GB" sz="1600" dirty="0">
                <a:latin typeface="Palatino Linotype"/>
              </a:rPr>
              <a:t> 11 May 2026, 1 pm, via KLE</a:t>
            </a:r>
            <a:endParaRPr lang="en-GB" sz="1600" dirty="0"/>
          </a:p>
          <a:p>
            <a:pPr>
              <a:lnSpc>
                <a:spcPct val="150000"/>
              </a:lnSpc>
            </a:pPr>
            <a:endParaRPr lang="en-GB" sz="2000"/>
          </a:p>
        </p:txBody>
      </p:sp>
    </p:spTree>
    <p:extLst>
      <p:ext uri="{BB962C8B-B14F-4D97-AF65-F5344CB8AC3E}">
        <p14:creationId xmlns:p14="http://schemas.microsoft.com/office/powerpoint/2010/main" val="6321777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B726AD3-7BFF-F6DE-44E2-85E4DA964B25}"/>
              </a:ext>
            </a:extLst>
          </p:cNvPr>
          <p:cNvSpPr>
            <a:spLocks noGrp="1"/>
          </p:cNvSpPr>
          <p:nvPr>
            <p:ph type="title"/>
          </p:nvPr>
        </p:nvSpPr>
        <p:spPr/>
        <p:txBody>
          <a:bodyPr>
            <a:normAutofit/>
          </a:bodyPr>
          <a:lstStyle/>
          <a:p>
            <a:r>
              <a:rPr lang="en-GB" sz="4000">
                <a:latin typeface="Palatino Linotype"/>
              </a:rPr>
              <a:t>Creating and Forming Teams</a:t>
            </a:r>
            <a:br>
              <a:rPr lang="en-GB" sz="3000"/>
            </a:br>
            <a:br>
              <a:rPr lang="en-GB" sz="3000"/>
            </a:br>
            <a:r>
              <a:rPr lang="en-GB" sz="2200">
                <a:latin typeface="Palatino Linotype"/>
              </a:rPr>
              <a:t>Dr Scott Bambrick</a:t>
            </a:r>
            <a:endParaRPr lang="en-GB">
              <a:latin typeface="Palatino Linotype"/>
            </a:endParaRPr>
          </a:p>
        </p:txBody>
      </p:sp>
      <p:sp>
        <p:nvSpPr>
          <p:cNvPr id="4" name="Text Placeholder 3">
            <a:extLst>
              <a:ext uri="{FF2B5EF4-FFF2-40B4-BE49-F238E27FC236}">
                <a16:creationId xmlns:a16="http://schemas.microsoft.com/office/drawing/2014/main" id="{8F31E798-6B12-3C68-CB1A-D45F03E57213}"/>
              </a:ext>
            </a:extLst>
          </p:cNvPr>
          <p:cNvSpPr>
            <a:spLocks noGrp="1"/>
          </p:cNvSpPr>
          <p:nvPr>
            <p:ph type="body" sz="quarter" idx="10"/>
          </p:nvPr>
        </p:nvSpPr>
        <p:spPr/>
        <p:txBody>
          <a:bodyPr/>
          <a:lstStyle/>
          <a:p>
            <a:r>
              <a:rPr lang="en-GB"/>
              <a:t>   </a:t>
            </a:r>
          </a:p>
        </p:txBody>
      </p:sp>
    </p:spTree>
    <p:extLst>
      <p:ext uri="{BB962C8B-B14F-4D97-AF65-F5344CB8AC3E}">
        <p14:creationId xmlns:p14="http://schemas.microsoft.com/office/powerpoint/2010/main" val="5139166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4060DF-BCD9-C293-1BA6-005A124FA871}"/>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F0569813-580E-6DBE-A032-688FB511772A}"/>
              </a:ext>
            </a:extLst>
          </p:cNvPr>
          <p:cNvSpPr>
            <a:spLocks noGrp="1"/>
          </p:cNvSpPr>
          <p:nvPr>
            <p:ph type="body" sz="quarter" idx="10"/>
          </p:nvPr>
        </p:nvSpPr>
        <p:spPr>
          <a:xfrm>
            <a:off x="428110" y="894916"/>
            <a:ext cx="5734414" cy="697052"/>
          </a:xfrm>
        </p:spPr>
        <p:txBody>
          <a:bodyPr vert="horz" lIns="0" tIns="0" rIns="0" bIns="0" rtlCol="0" anchor="t">
            <a:noAutofit/>
          </a:bodyPr>
          <a:lstStyle/>
          <a:p>
            <a:r>
              <a:rPr lang="en-GB" sz="3600">
                <a:latin typeface="Palatino Linotype"/>
              </a:rPr>
              <a:t>Group Dynamics</a:t>
            </a:r>
            <a:endParaRPr lang="en-GB" sz="3600"/>
          </a:p>
        </p:txBody>
      </p:sp>
      <p:sp>
        <p:nvSpPr>
          <p:cNvPr id="4" name="Content Placeholder 2">
            <a:extLst>
              <a:ext uri="{FF2B5EF4-FFF2-40B4-BE49-F238E27FC236}">
                <a16:creationId xmlns:a16="http://schemas.microsoft.com/office/drawing/2014/main" id="{61717D67-DDD3-6544-C23F-FC3D76676244}"/>
              </a:ext>
            </a:extLst>
          </p:cNvPr>
          <p:cNvSpPr txBox="1">
            <a:spLocks/>
          </p:cNvSpPr>
          <p:nvPr/>
        </p:nvSpPr>
        <p:spPr>
          <a:xfrm>
            <a:off x="228600" y="1916113"/>
            <a:ext cx="8591550" cy="4105275"/>
          </a:xfrm>
          <a:prstGeom prst="rect">
            <a:avLst/>
          </a:prstGeom>
        </p:spPr>
        <p:txBody>
          <a:bodyPr vert="horz" lIns="91440" tIns="45720" rIns="91440" bIns="45720" rtlCol="0" anchor="t">
            <a:normAutofit/>
          </a:bodyPr>
          <a:lstStyle>
            <a:lvl1pPr marL="171395" indent="-171395" algn="l" defTabSz="685577" rtl="0" eaLnBrk="1" latinLnBrk="0" hangingPunct="1">
              <a:lnSpc>
                <a:spcPct val="90000"/>
              </a:lnSpc>
              <a:spcBef>
                <a:spcPts val="750"/>
              </a:spcBef>
              <a:buFont typeface="Arial" panose="020B0604020202020204" pitchFamily="34" charset="0"/>
              <a:buChar char="•"/>
              <a:defRPr sz="2099" b="0" i="0" kern="1200">
                <a:solidFill>
                  <a:schemeClr val="tx1"/>
                </a:solidFill>
                <a:latin typeface="+mn-lt"/>
                <a:ea typeface="+mn-ea"/>
                <a:cs typeface="+mn-cs"/>
              </a:defRPr>
            </a:lvl1pPr>
            <a:lvl2pPr marL="514183" indent="-171395" algn="l" defTabSz="685577" rtl="0" eaLnBrk="1" latinLnBrk="0" hangingPunct="1">
              <a:lnSpc>
                <a:spcPct val="90000"/>
              </a:lnSpc>
              <a:spcBef>
                <a:spcPts val="375"/>
              </a:spcBef>
              <a:buFont typeface="Arial" panose="020B0604020202020204" pitchFamily="34" charset="0"/>
              <a:buChar char="•"/>
              <a:defRPr sz="1799" b="0" i="0" kern="1200">
                <a:solidFill>
                  <a:schemeClr val="tx1"/>
                </a:solidFill>
                <a:latin typeface="+mn-lt"/>
                <a:ea typeface="+mn-ea"/>
                <a:cs typeface="+mn-cs"/>
              </a:defRPr>
            </a:lvl2pPr>
            <a:lvl3pPr marL="856972" indent="-171395" algn="l" defTabSz="685577" rtl="0" eaLnBrk="1" latinLnBrk="0" hangingPunct="1">
              <a:lnSpc>
                <a:spcPct val="90000"/>
              </a:lnSpc>
              <a:spcBef>
                <a:spcPts val="375"/>
              </a:spcBef>
              <a:buFont typeface="Arial" panose="020B0604020202020204" pitchFamily="34" charset="0"/>
              <a:buChar char="•"/>
              <a:defRPr sz="1499" b="0" i="0" kern="1200">
                <a:solidFill>
                  <a:schemeClr val="tx1"/>
                </a:solidFill>
                <a:latin typeface="+mn-lt"/>
                <a:ea typeface="+mn-ea"/>
                <a:cs typeface="+mn-cs"/>
              </a:defRPr>
            </a:lvl3pPr>
            <a:lvl4pPr marL="1199760" indent="-171395" algn="l" defTabSz="685577" rtl="0" eaLnBrk="1" latinLnBrk="0" hangingPunct="1">
              <a:lnSpc>
                <a:spcPct val="90000"/>
              </a:lnSpc>
              <a:spcBef>
                <a:spcPts val="375"/>
              </a:spcBef>
              <a:buFont typeface="Arial" panose="020B0604020202020204" pitchFamily="34" charset="0"/>
              <a:buChar char="•"/>
              <a:defRPr sz="1349" b="0" i="0" kern="1200">
                <a:solidFill>
                  <a:schemeClr val="tx1"/>
                </a:solidFill>
                <a:latin typeface="+mn-lt"/>
                <a:ea typeface="+mn-ea"/>
                <a:cs typeface="+mn-cs"/>
              </a:defRPr>
            </a:lvl4pPr>
            <a:lvl5pPr marL="1542548" indent="-171395" algn="l" defTabSz="685577" rtl="0" eaLnBrk="1" latinLnBrk="0" hangingPunct="1">
              <a:lnSpc>
                <a:spcPct val="90000"/>
              </a:lnSpc>
              <a:spcBef>
                <a:spcPts val="375"/>
              </a:spcBef>
              <a:buFont typeface="Arial" panose="020B0604020202020204" pitchFamily="34" charset="0"/>
              <a:buChar char="•"/>
              <a:defRPr sz="1349" b="0" i="0" kern="1200">
                <a:solidFill>
                  <a:schemeClr val="tx1"/>
                </a:solidFill>
                <a:latin typeface="+mn-lt"/>
                <a:ea typeface="+mn-ea"/>
                <a:cs typeface="+mn-cs"/>
              </a:defRPr>
            </a:lvl5pPr>
            <a:lvl6pPr marL="1885337" indent="-171395" algn="l" defTabSz="685577" rtl="0" eaLnBrk="1" latinLnBrk="0" hangingPunct="1">
              <a:lnSpc>
                <a:spcPct val="90000"/>
              </a:lnSpc>
              <a:spcBef>
                <a:spcPts val="375"/>
              </a:spcBef>
              <a:buFont typeface="Arial" panose="020B0604020202020204" pitchFamily="34" charset="0"/>
              <a:buChar char="•"/>
              <a:defRPr sz="1349" kern="1200">
                <a:solidFill>
                  <a:schemeClr val="tx1"/>
                </a:solidFill>
                <a:latin typeface="+mn-lt"/>
                <a:ea typeface="+mn-ea"/>
                <a:cs typeface="+mn-cs"/>
              </a:defRPr>
            </a:lvl6pPr>
            <a:lvl7pPr marL="2228126" indent="-171395" algn="l" defTabSz="685577" rtl="0" eaLnBrk="1" latinLnBrk="0" hangingPunct="1">
              <a:lnSpc>
                <a:spcPct val="90000"/>
              </a:lnSpc>
              <a:spcBef>
                <a:spcPts val="375"/>
              </a:spcBef>
              <a:buFont typeface="Arial" panose="020B0604020202020204" pitchFamily="34" charset="0"/>
              <a:buChar char="•"/>
              <a:defRPr sz="1349" kern="1200">
                <a:solidFill>
                  <a:schemeClr val="tx1"/>
                </a:solidFill>
                <a:latin typeface="+mn-lt"/>
                <a:ea typeface="+mn-ea"/>
                <a:cs typeface="+mn-cs"/>
              </a:defRPr>
            </a:lvl7pPr>
            <a:lvl8pPr marL="2570915" indent="-171395" algn="l" defTabSz="685577" rtl="0" eaLnBrk="1" latinLnBrk="0" hangingPunct="1">
              <a:lnSpc>
                <a:spcPct val="90000"/>
              </a:lnSpc>
              <a:spcBef>
                <a:spcPts val="375"/>
              </a:spcBef>
              <a:buFont typeface="Arial" panose="020B0604020202020204" pitchFamily="34" charset="0"/>
              <a:buChar char="•"/>
              <a:defRPr sz="1349" kern="1200">
                <a:solidFill>
                  <a:schemeClr val="tx1"/>
                </a:solidFill>
                <a:latin typeface="+mn-lt"/>
                <a:ea typeface="+mn-ea"/>
                <a:cs typeface="+mn-cs"/>
              </a:defRPr>
            </a:lvl8pPr>
            <a:lvl9pPr marL="2913703" indent="-171395" algn="l" defTabSz="685577" rtl="0" eaLnBrk="1" latinLnBrk="0" hangingPunct="1">
              <a:lnSpc>
                <a:spcPct val="90000"/>
              </a:lnSpc>
              <a:spcBef>
                <a:spcPts val="375"/>
              </a:spcBef>
              <a:buFont typeface="Arial" panose="020B0604020202020204" pitchFamily="34" charset="0"/>
              <a:buChar char="•"/>
              <a:defRPr sz="1349" kern="1200">
                <a:solidFill>
                  <a:schemeClr val="tx1"/>
                </a:solidFill>
                <a:latin typeface="+mn-lt"/>
                <a:ea typeface="+mn-ea"/>
                <a:cs typeface="+mn-cs"/>
              </a:defRPr>
            </a:lvl9pPr>
          </a:lstStyle>
          <a:p>
            <a:pPr marL="170815" indent="-170815">
              <a:defRPr/>
            </a:pPr>
            <a:endParaRPr lang="en-GB" sz="3200"/>
          </a:p>
          <a:p>
            <a:pPr marL="170815" indent="-170815">
              <a:defRPr/>
            </a:pPr>
            <a:r>
              <a:rPr lang="en-GB" sz="3200"/>
              <a:t>What is a team?</a:t>
            </a:r>
            <a:endParaRPr lang="en-GB"/>
          </a:p>
          <a:p>
            <a:pPr marL="170815" indent="-170815">
              <a:defRPr/>
            </a:pPr>
            <a:r>
              <a:rPr lang="en-GB" sz="3200"/>
              <a:t>Tuckman’s – Forming – Norming – Storming –Performing</a:t>
            </a:r>
            <a:endParaRPr lang="en-GB" sz="3200">
              <a:cs typeface="Arial"/>
            </a:endParaRPr>
          </a:p>
          <a:p>
            <a:pPr marL="170815" indent="-170815">
              <a:defRPr/>
            </a:pPr>
            <a:r>
              <a:rPr lang="en-GB" sz="3200"/>
              <a:t>Belbin’s Team Roles</a:t>
            </a:r>
            <a:endParaRPr lang="en-GB" sz="3200">
              <a:cs typeface="Arial"/>
            </a:endParaRPr>
          </a:p>
          <a:p>
            <a:pPr marL="0" indent="0">
              <a:buFontTx/>
              <a:buNone/>
              <a:defRPr/>
            </a:pPr>
            <a:endParaRPr lang="en-GB"/>
          </a:p>
        </p:txBody>
      </p:sp>
    </p:spTree>
    <p:extLst>
      <p:ext uri="{BB962C8B-B14F-4D97-AF65-F5344CB8AC3E}">
        <p14:creationId xmlns:p14="http://schemas.microsoft.com/office/powerpoint/2010/main" val="21163210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387" name="Rectangle 3">
            <a:extLst>
              <a:ext uri="{FF2B5EF4-FFF2-40B4-BE49-F238E27FC236}">
                <a16:creationId xmlns:a16="http://schemas.microsoft.com/office/drawing/2014/main" id="{DC1DC35A-7D03-3D4E-C949-2C94BDA0CB05}"/>
              </a:ext>
            </a:extLst>
          </p:cNvPr>
          <p:cNvSpPr>
            <a:spLocks noGrp="1" noChangeArrowheads="1"/>
          </p:cNvSpPr>
          <p:nvPr>
            <p:ph type="body" sz="quarter" idx="10"/>
          </p:nvPr>
        </p:nvSpPr>
        <p:spPr/>
        <p:txBody>
          <a:bodyPr/>
          <a:lstStyle/>
          <a:p>
            <a:pPr eaLnBrk="1" hangingPunct="1"/>
            <a:r>
              <a:rPr lang="en-GB" altLang="en-US" sz="2800" dirty="0">
                <a:solidFill>
                  <a:srgbClr val="000000"/>
                </a:solidFill>
              </a:rPr>
              <a:t>“A team is a small number of people with </a:t>
            </a:r>
            <a:r>
              <a:rPr lang="en-GB" altLang="en-US" sz="2800" b="1" dirty="0">
                <a:solidFill>
                  <a:srgbClr val="000000"/>
                </a:solidFill>
              </a:rPr>
              <a:t>complementary skills</a:t>
            </a:r>
            <a:r>
              <a:rPr lang="en-GB" altLang="en-US" sz="2800" dirty="0">
                <a:solidFill>
                  <a:srgbClr val="000000"/>
                </a:solidFill>
              </a:rPr>
              <a:t> who are committed to a common </a:t>
            </a:r>
            <a:r>
              <a:rPr lang="en-GB" altLang="en-US" sz="2800" b="1" dirty="0">
                <a:solidFill>
                  <a:srgbClr val="000000"/>
                </a:solidFill>
              </a:rPr>
              <a:t>purpose</a:t>
            </a:r>
            <a:r>
              <a:rPr lang="en-GB" altLang="en-US" sz="2800" dirty="0">
                <a:solidFill>
                  <a:srgbClr val="000000"/>
                </a:solidFill>
              </a:rPr>
              <a:t>, set of performance </a:t>
            </a:r>
            <a:r>
              <a:rPr lang="en-GB" altLang="en-US" sz="2800" b="1" dirty="0">
                <a:solidFill>
                  <a:srgbClr val="000000"/>
                </a:solidFill>
              </a:rPr>
              <a:t>goals</a:t>
            </a:r>
            <a:r>
              <a:rPr lang="en-GB" altLang="en-US" sz="2800" dirty="0">
                <a:solidFill>
                  <a:srgbClr val="000000"/>
                </a:solidFill>
              </a:rPr>
              <a:t>, and </a:t>
            </a:r>
            <a:r>
              <a:rPr lang="en-GB" altLang="en-US" sz="2800" b="1" dirty="0">
                <a:solidFill>
                  <a:srgbClr val="000000"/>
                </a:solidFill>
              </a:rPr>
              <a:t>approach</a:t>
            </a:r>
            <a:r>
              <a:rPr lang="en-GB" altLang="en-US" sz="2800" dirty="0">
                <a:solidFill>
                  <a:srgbClr val="000000"/>
                </a:solidFill>
              </a:rPr>
              <a:t> for which they hold themselves mutually accountable. “</a:t>
            </a:r>
          </a:p>
          <a:p>
            <a:pPr eaLnBrk="1" hangingPunct="1">
              <a:buFont typeface="Wingdings" panose="05000000000000000000" pitchFamily="2" charset="2"/>
              <a:buNone/>
            </a:pPr>
            <a:endParaRPr lang="en-GB" altLang="en-US" sz="2800" dirty="0">
              <a:solidFill>
                <a:srgbClr val="000000"/>
              </a:solidFill>
            </a:endParaRPr>
          </a:p>
          <a:p>
            <a:pPr eaLnBrk="1" hangingPunct="1">
              <a:buFont typeface="Wingdings" panose="05000000000000000000" pitchFamily="2" charset="2"/>
              <a:buNone/>
            </a:pPr>
            <a:r>
              <a:rPr lang="en-GB" altLang="en-US" sz="2800" dirty="0">
                <a:solidFill>
                  <a:srgbClr val="000000"/>
                </a:solidFill>
              </a:rPr>
              <a:t>Katzenbach and Smith, The Wisdom of Teams (1993)</a:t>
            </a:r>
          </a:p>
        </p:txBody>
      </p:sp>
      <p:sp>
        <p:nvSpPr>
          <p:cNvPr id="7170" name="Rectangle 2">
            <a:extLst>
              <a:ext uri="{FF2B5EF4-FFF2-40B4-BE49-F238E27FC236}">
                <a16:creationId xmlns:a16="http://schemas.microsoft.com/office/drawing/2014/main" id="{06CD036F-6562-E370-6BE5-FDF77E789843}"/>
              </a:ext>
            </a:extLst>
          </p:cNvPr>
          <p:cNvSpPr>
            <a:spLocks noGrp="1" noChangeArrowheads="1"/>
          </p:cNvSpPr>
          <p:nvPr>
            <p:ph type="title" idx="4294967295"/>
          </p:nvPr>
        </p:nvSpPr>
        <p:spPr>
          <a:xfrm>
            <a:off x="0" y="1412875"/>
            <a:ext cx="7772400" cy="1143000"/>
          </a:xfrm>
        </p:spPr>
        <p:txBody>
          <a:bodyPr/>
          <a:lstStyle/>
          <a:p>
            <a:pPr algn="ctr" eaLnBrk="1" hangingPunct="1"/>
            <a:r>
              <a:rPr lang="en-GB" altLang="en-US"/>
              <a:t>A </a:t>
            </a:r>
            <a:r>
              <a:rPr lang="en-GB" altLang="en-US" b="1">
                <a:solidFill>
                  <a:srgbClr val="FF0000"/>
                </a:solidFill>
              </a:rPr>
              <a:t>team</a:t>
            </a:r>
            <a:r>
              <a:rPr lang="en-GB" altLang="en-US"/>
              <a:t> is – a </a:t>
            </a:r>
            <a:r>
              <a:rPr lang="en-GB" altLang="en-US" b="1">
                <a:solidFill>
                  <a:srgbClr val="FF0000"/>
                </a:solidFill>
              </a:rPr>
              <a:t>group</a:t>
            </a:r>
            <a:r>
              <a:rPr lang="en-GB" altLang="en-US"/>
              <a:t> plus a </a:t>
            </a:r>
            <a:r>
              <a:rPr lang="en-GB" altLang="en-US" b="1">
                <a:solidFill>
                  <a:srgbClr val="FF0000"/>
                </a:solidFill>
              </a:rPr>
              <a:t>GOAL</a:t>
            </a:r>
            <a:r>
              <a:rPr lang="en-GB" altLang="en-US"/>
              <a:t> and a </a:t>
            </a:r>
            <a:r>
              <a:rPr lang="en-GB" altLang="en-US" b="1">
                <a:solidFill>
                  <a:srgbClr val="FF0000"/>
                </a:solidFill>
              </a:rPr>
              <a:t>PLAN</a:t>
            </a:r>
            <a:r>
              <a:rPr lang="en-GB" altLang="en-US"/>
              <a:t> to reach it</a:t>
            </a:r>
          </a:p>
        </p:txBody>
      </p:sp>
    </p:spTree>
    <p:extLst>
      <p:ext uri="{BB962C8B-B14F-4D97-AF65-F5344CB8AC3E}">
        <p14:creationId xmlns:p14="http://schemas.microsoft.com/office/powerpoint/2010/main" val="2198979934"/>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1" fill="hold" grpId="0" nodeType="clickEffect">
                                  <p:stCondLst>
                                    <p:cond delay="0"/>
                                  </p:stCondLst>
                                  <p:iterate type="wd">
                                    <p:tmPct val="100000"/>
                                  </p:iterate>
                                  <p:childTnLst>
                                    <p:set>
                                      <p:cBhvr>
                                        <p:cTn id="6" dur="1" fill="hold">
                                          <p:stCondLst>
                                            <p:cond delay="0"/>
                                          </p:stCondLst>
                                        </p:cTn>
                                        <p:tgtEl>
                                          <p:spTgt spid="16387">
                                            <p:txEl>
                                              <p:pRg st="0" end="0"/>
                                            </p:txEl>
                                          </p:spTgt>
                                        </p:tgtEl>
                                        <p:attrNameLst>
                                          <p:attrName>style.visibility</p:attrName>
                                        </p:attrNameLst>
                                      </p:cBhvr>
                                      <p:to>
                                        <p:strVal val="visible"/>
                                      </p:to>
                                    </p:set>
                                    <p:anim calcmode="lin" valueType="num">
                                      <p:cBhvr additive="base">
                                        <p:cTn id="7" dur="300" fill="hold"/>
                                        <p:tgtEl>
                                          <p:spTgt spid="16387">
                                            <p:txEl>
                                              <p:pRg st="0" end="0"/>
                                            </p:txEl>
                                          </p:spTgt>
                                        </p:tgtEl>
                                        <p:attrNameLst>
                                          <p:attrName>ppt_x</p:attrName>
                                        </p:attrNameLst>
                                      </p:cBhvr>
                                      <p:tavLst>
                                        <p:tav tm="0">
                                          <p:val>
                                            <p:strVal val="#ppt_x"/>
                                          </p:val>
                                        </p:tav>
                                        <p:tav tm="100000">
                                          <p:val>
                                            <p:strVal val="#ppt_x"/>
                                          </p:val>
                                        </p:tav>
                                      </p:tavLst>
                                    </p:anim>
                                    <p:anim calcmode="lin" valueType="num">
                                      <p:cBhvr additive="base">
                                        <p:cTn id="8" dur="300" fill="hold"/>
                                        <p:tgtEl>
                                          <p:spTgt spid="16387">
                                            <p:txEl>
                                              <p:pRg st="0" end="0"/>
                                            </p:txEl>
                                          </p:spTgt>
                                        </p:tgtEl>
                                        <p:attrNameLst>
                                          <p:attrName>ppt_y</p:attrName>
                                        </p:attrNameLst>
                                      </p:cBhvr>
                                      <p:tavLst>
                                        <p:tav tm="0">
                                          <p:val>
                                            <p:strVal val="0-#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1" fill="hold" grpId="0" nodeType="clickEffect">
                                  <p:stCondLst>
                                    <p:cond delay="0"/>
                                  </p:stCondLst>
                                  <p:iterate type="wd">
                                    <p:tmPct val="100000"/>
                                  </p:iterate>
                                  <p:childTnLst>
                                    <p:set>
                                      <p:cBhvr>
                                        <p:cTn id="12" dur="1" fill="hold">
                                          <p:stCondLst>
                                            <p:cond delay="0"/>
                                          </p:stCondLst>
                                        </p:cTn>
                                        <p:tgtEl>
                                          <p:spTgt spid="16387">
                                            <p:txEl>
                                              <p:pRg st="2" end="2"/>
                                            </p:txEl>
                                          </p:spTgt>
                                        </p:tgtEl>
                                        <p:attrNameLst>
                                          <p:attrName>style.visibility</p:attrName>
                                        </p:attrNameLst>
                                      </p:cBhvr>
                                      <p:to>
                                        <p:strVal val="visible"/>
                                      </p:to>
                                    </p:set>
                                    <p:anim calcmode="lin" valueType="num">
                                      <p:cBhvr additive="base">
                                        <p:cTn id="13" dur="300" fill="hold"/>
                                        <p:tgtEl>
                                          <p:spTgt spid="16387">
                                            <p:txEl>
                                              <p:pRg st="2" end="2"/>
                                            </p:txEl>
                                          </p:spTgt>
                                        </p:tgtEl>
                                        <p:attrNameLst>
                                          <p:attrName>ppt_x</p:attrName>
                                        </p:attrNameLst>
                                      </p:cBhvr>
                                      <p:tavLst>
                                        <p:tav tm="0">
                                          <p:val>
                                            <p:strVal val="#ppt_x"/>
                                          </p:val>
                                        </p:tav>
                                        <p:tav tm="100000">
                                          <p:val>
                                            <p:strVal val="#ppt_x"/>
                                          </p:val>
                                        </p:tav>
                                      </p:tavLst>
                                    </p:anim>
                                    <p:anim calcmode="lin" valueType="num">
                                      <p:cBhvr additive="base">
                                        <p:cTn id="14" dur="300" fill="hold"/>
                                        <p:tgtEl>
                                          <p:spTgt spid="16387">
                                            <p:txEl>
                                              <p:pRg st="2" end="2"/>
                                            </p:txEl>
                                          </p:spTgt>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7" grpId="0" build="p"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ight Arrow 9">
            <a:extLst>
              <a:ext uri="{FF2B5EF4-FFF2-40B4-BE49-F238E27FC236}">
                <a16:creationId xmlns:a16="http://schemas.microsoft.com/office/drawing/2014/main" id="{EF5154AD-8507-1406-58EA-61FE87835FC4}"/>
              </a:ext>
            </a:extLst>
          </p:cNvPr>
          <p:cNvSpPr>
            <a:spLocks noChangeArrowheads="1"/>
          </p:cNvSpPr>
          <p:nvPr/>
        </p:nvSpPr>
        <p:spPr bwMode="auto">
          <a:xfrm>
            <a:off x="4770275" y="2453660"/>
            <a:ext cx="2634441" cy="3199428"/>
          </a:xfrm>
          <a:prstGeom prst="rightArrow">
            <a:avLst>
              <a:gd name="adj1" fmla="val 50000"/>
              <a:gd name="adj2" fmla="val 50000"/>
            </a:avLst>
          </a:prstGeom>
          <a:solidFill>
            <a:schemeClr val="accent6">
              <a:lumMod val="40000"/>
              <a:lumOff val="60000"/>
            </a:schemeClr>
          </a:solidFill>
          <a:ln w="9525" algn="ctr">
            <a:solidFill>
              <a:schemeClr val="tx1"/>
            </a:solidFill>
            <a:round/>
            <a:headEnd/>
            <a:tailEnd/>
          </a:ln>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en-GB" altLang="it-IT"/>
          </a:p>
        </p:txBody>
      </p:sp>
      <p:sp>
        <p:nvSpPr>
          <p:cNvPr id="8195" name="Right Arrow 8">
            <a:extLst>
              <a:ext uri="{FF2B5EF4-FFF2-40B4-BE49-F238E27FC236}">
                <a16:creationId xmlns:a16="http://schemas.microsoft.com/office/drawing/2014/main" id="{F4200CD7-F2D8-921A-3F79-0A3794A99054}"/>
              </a:ext>
            </a:extLst>
          </p:cNvPr>
          <p:cNvSpPr>
            <a:spLocks noChangeArrowheads="1"/>
          </p:cNvSpPr>
          <p:nvPr/>
        </p:nvSpPr>
        <p:spPr bwMode="auto">
          <a:xfrm>
            <a:off x="3071813" y="2428875"/>
            <a:ext cx="2428875" cy="3295650"/>
          </a:xfrm>
          <a:prstGeom prst="rightArrow">
            <a:avLst>
              <a:gd name="adj1" fmla="val 50000"/>
              <a:gd name="adj2" fmla="val 51819"/>
            </a:avLst>
          </a:prstGeom>
          <a:solidFill>
            <a:schemeClr val="accent6">
              <a:lumMod val="40000"/>
              <a:lumOff val="60000"/>
            </a:schemeClr>
          </a:solidFill>
          <a:ln w="9525" algn="ctr">
            <a:solidFill>
              <a:schemeClr val="tx1"/>
            </a:solidFill>
            <a:round/>
            <a:headEnd/>
            <a:tailEnd/>
          </a:ln>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en-GB" altLang="it-IT"/>
          </a:p>
        </p:txBody>
      </p:sp>
      <p:sp>
        <p:nvSpPr>
          <p:cNvPr id="8196" name="Content Placeholder 7">
            <a:extLst>
              <a:ext uri="{FF2B5EF4-FFF2-40B4-BE49-F238E27FC236}">
                <a16:creationId xmlns:a16="http://schemas.microsoft.com/office/drawing/2014/main" id="{71AA0520-F05A-FBB9-8365-CA87AA149816}"/>
              </a:ext>
            </a:extLst>
          </p:cNvPr>
          <p:cNvSpPr>
            <a:spLocks noGrp="1"/>
          </p:cNvSpPr>
          <p:nvPr>
            <p:ph type="body" sz="quarter" idx="10"/>
          </p:nvPr>
        </p:nvSpPr>
        <p:spPr>
          <a:xfrm>
            <a:off x="2282569" y="2365623"/>
            <a:ext cx="1710395" cy="3289457"/>
          </a:xfrm>
          <a:prstGeom prst="rightArrow">
            <a:avLst>
              <a:gd name="adj1" fmla="val 50000"/>
              <a:gd name="adj2" fmla="val 62694"/>
            </a:avLst>
          </a:prstGeom>
          <a:solidFill>
            <a:schemeClr val="accent6">
              <a:lumMod val="40000"/>
              <a:lumOff val="60000"/>
            </a:schemeClr>
          </a:solidFill>
          <a:ln cap="flat" algn="ctr">
            <a:solidFill>
              <a:schemeClr val="tx1"/>
            </a:solidFill>
            <a:round/>
            <a:headEnd type="none" w="med" len="med"/>
            <a:tailEnd type="none" w="med" len="med"/>
          </a:ln>
        </p:spPr>
        <p:txBody>
          <a:bodyPr/>
          <a:lstStyle/>
          <a:p>
            <a:pPr>
              <a:buFontTx/>
              <a:buNone/>
            </a:pPr>
            <a:r>
              <a:rPr lang="en-GB" altLang="it-IT"/>
              <a:t>  </a:t>
            </a:r>
          </a:p>
        </p:txBody>
      </p:sp>
      <p:sp>
        <p:nvSpPr>
          <p:cNvPr id="8197" name="Title 1">
            <a:extLst>
              <a:ext uri="{FF2B5EF4-FFF2-40B4-BE49-F238E27FC236}">
                <a16:creationId xmlns:a16="http://schemas.microsoft.com/office/drawing/2014/main" id="{88B2F9E5-3A6A-1925-718A-FA71FB549FD2}"/>
              </a:ext>
            </a:extLst>
          </p:cNvPr>
          <p:cNvSpPr>
            <a:spLocks noGrp="1"/>
          </p:cNvSpPr>
          <p:nvPr>
            <p:ph type="title" idx="4294967295"/>
          </p:nvPr>
        </p:nvSpPr>
        <p:spPr>
          <a:xfrm>
            <a:off x="0" y="1416050"/>
            <a:ext cx="7772400" cy="655638"/>
          </a:xfrm>
        </p:spPr>
        <p:txBody>
          <a:bodyPr/>
          <a:lstStyle/>
          <a:p>
            <a:r>
              <a:rPr lang="en-GB" altLang="it-IT"/>
              <a:t>Team Life Cycle Model</a:t>
            </a:r>
          </a:p>
        </p:txBody>
      </p:sp>
      <p:sp>
        <p:nvSpPr>
          <p:cNvPr id="8199" name="Right Arrow 6">
            <a:extLst>
              <a:ext uri="{FF2B5EF4-FFF2-40B4-BE49-F238E27FC236}">
                <a16:creationId xmlns:a16="http://schemas.microsoft.com/office/drawing/2014/main" id="{862AA1AA-8A06-D45C-59DB-247876CF36BA}"/>
              </a:ext>
            </a:extLst>
          </p:cNvPr>
          <p:cNvSpPr>
            <a:spLocks noChangeArrowheads="1"/>
          </p:cNvSpPr>
          <p:nvPr/>
        </p:nvSpPr>
        <p:spPr bwMode="auto">
          <a:xfrm>
            <a:off x="642938" y="2369101"/>
            <a:ext cx="1917150" cy="3203024"/>
          </a:xfrm>
          <a:prstGeom prst="rightArrow">
            <a:avLst>
              <a:gd name="adj1" fmla="val 50000"/>
              <a:gd name="adj2" fmla="val 50000"/>
            </a:avLst>
          </a:prstGeom>
          <a:solidFill>
            <a:schemeClr val="accent6">
              <a:lumMod val="40000"/>
              <a:lumOff val="60000"/>
            </a:schemeClr>
          </a:solidFill>
          <a:ln w="9525" algn="ctr">
            <a:solidFill>
              <a:schemeClr val="tx1"/>
            </a:solidFill>
            <a:round/>
            <a:headEnd/>
            <a:tailEnd/>
          </a:ln>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en-GB" altLang="it-IT"/>
          </a:p>
        </p:txBody>
      </p:sp>
      <p:sp>
        <p:nvSpPr>
          <p:cNvPr id="8200" name="TextBox 10">
            <a:extLst>
              <a:ext uri="{FF2B5EF4-FFF2-40B4-BE49-F238E27FC236}">
                <a16:creationId xmlns:a16="http://schemas.microsoft.com/office/drawing/2014/main" id="{B656E5DE-18AE-5CBA-2D37-591D17AF55B3}"/>
              </a:ext>
            </a:extLst>
          </p:cNvPr>
          <p:cNvSpPr txBox="1">
            <a:spLocks noChangeArrowheads="1"/>
          </p:cNvSpPr>
          <p:nvPr/>
        </p:nvSpPr>
        <p:spPr bwMode="auto">
          <a:xfrm>
            <a:off x="928688" y="3643313"/>
            <a:ext cx="14287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GB" altLang="it-IT"/>
              <a:t>Forming</a:t>
            </a:r>
          </a:p>
        </p:txBody>
      </p:sp>
      <p:sp>
        <p:nvSpPr>
          <p:cNvPr id="8201" name="TextBox 11">
            <a:extLst>
              <a:ext uri="{FF2B5EF4-FFF2-40B4-BE49-F238E27FC236}">
                <a16:creationId xmlns:a16="http://schemas.microsoft.com/office/drawing/2014/main" id="{9808797B-FF32-EAE3-DF9F-0FF6BEC90F3A}"/>
              </a:ext>
            </a:extLst>
          </p:cNvPr>
          <p:cNvSpPr txBox="1">
            <a:spLocks noChangeArrowheads="1"/>
          </p:cNvSpPr>
          <p:nvPr/>
        </p:nvSpPr>
        <p:spPr bwMode="auto">
          <a:xfrm>
            <a:off x="2571750" y="3643313"/>
            <a:ext cx="14287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GB" altLang="it-IT"/>
              <a:t>Storming</a:t>
            </a:r>
          </a:p>
        </p:txBody>
      </p:sp>
      <p:sp>
        <p:nvSpPr>
          <p:cNvPr id="8202" name="TextBox 12">
            <a:extLst>
              <a:ext uri="{FF2B5EF4-FFF2-40B4-BE49-F238E27FC236}">
                <a16:creationId xmlns:a16="http://schemas.microsoft.com/office/drawing/2014/main" id="{D46F79FB-75FE-ADAE-4976-048BB7ED0325}"/>
              </a:ext>
            </a:extLst>
          </p:cNvPr>
          <p:cNvSpPr txBox="1">
            <a:spLocks noChangeArrowheads="1"/>
          </p:cNvSpPr>
          <p:nvPr/>
        </p:nvSpPr>
        <p:spPr bwMode="auto">
          <a:xfrm>
            <a:off x="4000500" y="3643313"/>
            <a:ext cx="150018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GB" altLang="it-IT"/>
              <a:t>Norming</a:t>
            </a:r>
          </a:p>
        </p:txBody>
      </p:sp>
      <p:sp>
        <p:nvSpPr>
          <p:cNvPr id="8203" name="TextBox 13">
            <a:extLst>
              <a:ext uri="{FF2B5EF4-FFF2-40B4-BE49-F238E27FC236}">
                <a16:creationId xmlns:a16="http://schemas.microsoft.com/office/drawing/2014/main" id="{CEE39876-6919-3506-7B86-8F41AE292D19}"/>
              </a:ext>
            </a:extLst>
          </p:cNvPr>
          <p:cNvSpPr txBox="1">
            <a:spLocks noChangeArrowheads="1"/>
          </p:cNvSpPr>
          <p:nvPr/>
        </p:nvSpPr>
        <p:spPr bwMode="auto">
          <a:xfrm>
            <a:off x="5500688" y="3643313"/>
            <a:ext cx="17145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GB" altLang="it-IT"/>
              <a:t>Performing</a:t>
            </a:r>
          </a:p>
        </p:txBody>
      </p:sp>
      <p:sp>
        <p:nvSpPr>
          <p:cNvPr id="8204" name="TextBox 14">
            <a:extLst>
              <a:ext uri="{FF2B5EF4-FFF2-40B4-BE49-F238E27FC236}">
                <a16:creationId xmlns:a16="http://schemas.microsoft.com/office/drawing/2014/main" id="{C9941224-0CF4-88B9-C6D5-9D24344DB1A2}"/>
              </a:ext>
            </a:extLst>
          </p:cNvPr>
          <p:cNvSpPr txBox="1">
            <a:spLocks noChangeArrowheads="1"/>
          </p:cNvSpPr>
          <p:nvPr/>
        </p:nvSpPr>
        <p:spPr bwMode="auto">
          <a:xfrm>
            <a:off x="7429500" y="3571875"/>
            <a:ext cx="17145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GB" altLang="it-IT"/>
              <a:t>Adjourning / Mourning</a:t>
            </a:r>
          </a:p>
        </p:txBody>
      </p:sp>
      <p:sp>
        <p:nvSpPr>
          <p:cNvPr id="8205" name="TextBox 15">
            <a:extLst>
              <a:ext uri="{FF2B5EF4-FFF2-40B4-BE49-F238E27FC236}">
                <a16:creationId xmlns:a16="http://schemas.microsoft.com/office/drawing/2014/main" id="{D6992C62-764C-03C9-2B38-2715F95B9121}"/>
              </a:ext>
            </a:extLst>
          </p:cNvPr>
          <p:cNvSpPr txBox="1">
            <a:spLocks noChangeArrowheads="1"/>
          </p:cNvSpPr>
          <p:nvPr/>
        </p:nvSpPr>
        <p:spPr bwMode="auto">
          <a:xfrm>
            <a:off x="107950" y="5572125"/>
            <a:ext cx="43211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GB" altLang="it-IT"/>
              <a:t>Tuckman and Jensen, 1977</a:t>
            </a:r>
          </a:p>
        </p:txBody>
      </p:sp>
    </p:spTree>
    <p:extLst>
      <p:ext uri="{BB962C8B-B14F-4D97-AF65-F5344CB8AC3E}">
        <p14:creationId xmlns:p14="http://schemas.microsoft.com/office/powerpoint/2010/main" val="11606245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10" descr="C:\poonams jobs\MMU\leture notes DPP\sitlead1.jpg">
            <a:extLst>
              <a:ext uri="{FF2B5EF4-FFF2-40B4-BE49-F238E27FC236}">
                <a16:creationId xmlns:a16="http://schemas.microsoft.com/office/drawing/2014/main" id="{81DFD888-1FA9-C483-032E-8BE3AD53555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5650" y="765175"/>
            <a:ext cx="7488238" cy="5815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Content Placeholder 2">
            <a:extLst>
              <a:ext uri="{FF2B5EF4-FFF2-40B4-BE49-F238E27FC236}">
                <a16:creationId xmlns:a16="http://schemas.microsoft.com/office/drawing/2014/main" id="{40352783-2FEF-F619-6C9E-C45A5C53F80B}"/>
              </a:ext>
            </a:extLst>
          </p:cNvPr>
          <p:cNvSpPr>
            <a:spLocks noGrp="1"/>
          </p:cNvSpPr>
          <p:nvPr>
            <p:ph type="body" sz="quarter" idx="10"/>
          </p:nvPr>
        </p:nvSpPr>
        <p:spPr/>
        <p:txBody>
          <a:bodyPr vert="horz" lIns="0" tIns="0" rIns="0" bIns="0" rtlCol="0" anchor="t">
            <a:noAutofit/>
          </a:bodyPr>
          <a:lstStyle/>
          <a:p>
            <a:pPr marL="571500" indent="-571500">
              <a:buChar char="•"/>
            </a:pPr>
            <a:r>
              <a:rPr lang="en-GB" altLang="it-IT" sz="3600"/>
              <a:t>Recruit team members</a:t>
            </a:r>
            <a:endParaRPr lang="en-US"/>
          </a:p>
          <a:p>
            <a:pPr marL="571500" indent="-571500">
              <a:buChar char="•"/>
            </a:pPr>
            <a:r>
              <a:rPr lang="en-GB" altLang="it-IT" sz="3600"/>
              <a:t>Allocated members</a:t>
            </a:r>
          </a:p>
          <a:p>
            <a:pPr marL="571500" indent="-571500">
              <a:buChar char="•"/>
            </a:pPr>
            <a:r>
              <a:rPr lang="en-GB" altLang="it-IT" sz="3600"/>
              <a:t>Existing staff</a:t>
            </a:r>
          </a:p>
          <a:p>
            <a:pPr marL="571500" indent="-571500">
              <a:buChar char="•"/>
            </a:pPr>
            <a:r>
              <a:rPr lang="en-GB" altLang="it-IT" sz="3600"/>
              <a:t>Other organisations’ representatives</a:t>
            </a:r>
          </a:p>
          <a:p>
            <a:endParaRPr lang="en-GB" altLang="it-IT"/>
          </a:p>
        </p:txBody>
      </p:sp>
      <p:sp>
        <p:nvSpPr>
          <p:cNvPr id="12290" name="Title 1">
            <a:extLst>
              <a:ext uri="{FF2B5EF4-FFF2-40B4-BE49-F238E27FC236}">
                <a16:creationId xmlns:a16="http://schemas.microsoft.com/office/drawing/2014/main" id="{10372730-1E0B-E8A8-C533-E750B9549B9E}"/>
              </a:ext>
            </a:extLst>
          </p:cNvPr>
          <p:cNvSpPr>
            <a:spLocks noGrp="1"/>
          </p:cNvSpPr>
          <p:nvPr>
            <p:ph type="title" idx="4294967295"/>
          </p:nvPr>
        </p:nvSpPr>
        <p:spPr>
          <a:xfrm>
            <a:off x="0" y="1416050"/>
            <a:ext cx="7772400" cy="727075"/>
          </a:xfrm>
        </p:spPr>
        <p:txBody>
          <a:bodyPr>
            <a:normAutofit/>
          </a:bodyPr>
          <a:lstStyle/>
          <a:p>
            <a:pPr algn="ctr"/>
            <a:r>
              <a:rPr lang="en-GB" altLang="it-IT" sz="3250" b="1">
                <a:latin typeface="Palatino Linotype"/>
              </a:rPr>
              <a:t>Team Formation</a:t>
            </a:r>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Content Placeholder 2">
            <a:extLst>
              <a:ext uri="{FF2B5EF4-FFF2-40B4-BE49-F238E27FC236}">
                <a16:creationId xmlns:a16="http://schemas.microsoft.com/office/drawing/2014/main" id="{13E777DF-4D3B-9847-B3B1-5EFA72E99A91}"/>
              </a:ext>
            </a:extLst>
          </p:cNvPr>
          <p:cNvSpPr>
            <a:spLocks noGrp="1"/>
          </p:cNvSpPr>
          <p:nvPr>
            <p:ph type="body" sz="quarter" idx="10"/>
          </p:nvPr>
        </p:nvSpPr>
        <p:spPr>
          <a:xfrm>
            <a:off x="696365" y="2318970"/>
            <a:ext cx="6375700" cy="1388344"/>
          </a:xfrm>
        </p:spPr>
        <p:txBody>
          <a:bodyPr vert="horz" lIns="0" tIns="0" rIns="0" bIns="0" rtlCol="0" anchor="t">
            <a:noAutofit/>
          </a:bodyPr>
          <a:lstStyle/>
          <a:p>
            <a:pPr marL="457200" indent="-457200">
              <a:buChar char="•"/>
            </a:pPr>
            <a:r>
              <a:rPr lang="en-GB" altLang="it-IT" sz="2800"/>
              <a:t>Qualities - experience / ability / personality / work ethic</a:t>
            </a:r>
            <a:endParaRPr lang="en-US"/>
          </a:p>
          <a:p>
            <a:pPr marL="457200" indent="-457200">
              <a:buChar char="•"/>
            </a:pPr>
            <a:r>
              <a:rPr lang="en-GB" altLang="it-IT" sz="2800"/>
              <a:t>Recruit expertise / skills for the project (general / specific)</a:t>
            </a:r>
          </a:p>
          <a:p>
            <a:pPr marL="457200" indent="-457200">
              <a:buChar char="•"/>
            </a:pPr>
            <a:r>
              <a:rPr lang="en-GB" altLang="it-IT" sz="2800">
                <a:latin typeface="Palatino Linotype"/>
              </a:rPr>
              <a:t>If not available – have to buy in or learn (to do job)</a:t>
            </a:r>
          </a:p>
          <a:p>
            <a:pPr marL="457200" indent="-457200">
              <a:buChar char="•"/>
            </a:pPr>
            <a:r>
              <a:rPr lang="en-GB" altLang="it-IT" sz="2800"/>
              <a:t>Virtual team – in house and external partners</a:t>
            </a:r>
          </a:p>
        </p:txBody>
      </p:sp>
      <p:sp>
        <p:nvSpPr>
          <p:cNvPr id="14338" name="Title 1">
            <a:extLst>
              <a:ext uri="{FF2B5EF4-FFF2-40B4-BE49-F238E27FC236}">
                <a16:creationId xmlns:a16="http://schemas.microsoft.com/office/drawing/2014/main" id="{D8DC7AE5-DAE6-4A94-2FFE-6468941563E9}"/>
              </a:ext>
            </a:extLst>
          </p:cNvPr>
          <p:cNvSpPr>
            <a:spLocks noGrp="1"/>
          </p:cNvSpPr>
          <p:nvPr>
            <p:ph type="title" idx="4294967295"/>
          </p:nvPr>
        </p:nvSpPr>
        <p:spPr>
          <a:xfrm>
            <a:off x="0" y="1416050"/>
            <a:ext cx="7772400" cy="727075"/>
          </a:xfrm>
        </p:spPr>
        <p:txBody>
          <a:bodyPr>
            <a:normAutofit/>
          </a:bodyPr>
          <a:lstStyle/>
          <a:p>
            <a:pPr algn="ctr"/>
            <a:r>
              <a:rPr lang="en-GB" altLang="it-IT" sz="3250" b="1">
                <a:latin typeface="Palatino Linotype"/>
              </a:rPr>
              <a:t>Team Formation</a:t>
            </a:r>
            <a:endParaRPr lang="en-US" sz="3250" b="1">
              <a:latin typeface="Palatino Linotype"/>
            </a:endParaRPr>
          </a:p>
        </p:txBody>
      </p:sp>
    </p:spTree>
    <p:extLst>
      <p:ext uri="{BB962C8B-B14F-4D97-AF65-F5344CB8AC3E}">
        <p14:creationId xmlns:p14="http://schemas.microsoft.com/office/powerpoint/2010/main" val="10969285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Content Placeholder 2">
            <a:extLst>
              <a:ext uri="{FF2B5EF4-FFF2-40B4-BE49-F238E27FC236}">
                <a16:creationId xmlns:a16="http://schemas.microsoft.com/office/drawing/2014/main" id="{A4595DCA-81C2-0F42-ED16-AFCE668CE64D}"/>
              </a:ext>
            </a:extLst>
          </p:cNvPr>
          <p:cNvSpPr>
            <a:spLocks noGrp="1"/>
          </p:cNvSpPr>
          <p:nvPr>
            <p:ph type="body" sz="quarter" idx="10"/>
          </p:nvPr>
        </p:nvSpPr>
        <p:spPr>
          <a:xfrm>
            <a:off x="579733" y="2365623"/>
            <a:ext cx="6375700" cy="1388344"/>
          </a:xfrm>
        </p:spPr>
        <p:txBody>
          <a:bodyPr vert="horz" lIns="0" tIns="0" rIns="0" bIns="0" rtlCol="0" anchor="t">
            <a:noAutofit/>
          </a:bodyPr>
          <a:lstStyle/>
          <a:p>
            <a:pPr marL="457200" indent="-457200">
              <a:buChar char="•"/>
            </a:pPr>
            <a:r>
              <a:rPr lang="en-GB" altLang="it-IT" sz="2800"/>
              <a:t>Time to establish roles and ‘work out’ positions</a:t>
            </a:r>
            <a:endParaRPr lang="en-US"/>
          </a:p>
          <a:p>
            <a:pPr marL="457200" indent="-457200">
              <a:buChar char="•"/>
            </a:pPr>
            <a:r>
              <a:rPr lang="en-GB" altLang="it-IT" sz="2800"/>
              <a:t>May be period of conflict / personality clashes – manage or allow to resolve</a:t>
            </a:r>
          </a:p>
          <a:p>
            <a:pPr marL="457200" indent="-457200">
              <a:buChar char="•"/>
            </a:pPr>
            <a:r>
              <a:rPr lang="en-GB" altLang="it-IT" sz="2800"/>
              <a:t>Set agenda for team</a:t>
            </a:r>
          </a:p>
          <a:p>
            <a:pPr marL="457200" indent="-457200">
              <a:buChar char="•"/>
            </a:pPr>
            <a:r>
              <a:rPr lang="en-GB" altLang="it-IT" sz="2800"/>
              <a:t>Rules – formal / informal (socialisation) for team</a:t>
            </a:r>
          </a:p>
          <a:p>
            <a:pPr marL="457200" indent="-457200">
              <a:buChar char="•"/>
            </a:pPr>
            <a:r>
              <a:rPr lang="en-GB" altLang="it-IT" sz="2800"/>
              <a:t>Set inside team / by organisation</a:t>
            </a:r>
          </a:p>
        </p:txBody>
      </p:sp>
      <p:sp>
        <p:nvSpPr>
          <p:cNvPr id="16386" name="Title 1">
            <a:extLst>
              <a:ext uri="{FF2B5EF4-FFF2-40B4-BE49-F238E27FC236}">
                <a16:creationId xmlns:a16="http://schemas.microsoft.com/office/drawing/2014/main" id="{91AB0021-3845-3708-C1DE-F4A3D8D69870}"/>
              </a:ext>
            </a:extLst>
          </p:cNvPr>
          <p:cNvSpPr>
            <a:spLocks noGrp="1"/>
          </p:cNvSpPr>
          <p:nvPr>
            <p:ph type="title" idx="4294967295"/>
          </p:nvPr>
        </p:nvSpPr>
        <p:spPr>
          <a:xfrm>
            <a:off x="0" y="1416050"/>
            <a:ext cx="7772400" cy="798513"/>
          </a:xfrm>
        </p:spPr>
        <p:txBody>
          <a:bodyPr>
            <a:normAutofit/>
          </a:bodyPr>
          <a:lstStyle/>
          <a:p>
            <a:pPr algn="ctr"/>
            <a:r>
              <a:rPr lang="en-GB" altLang="it-IT" sz="3250" b="1">
                <a:latin typeface="Palatino Linotype"/>
              </a:rPr>
              <a:t>Team Processes</a:t>
            </a:r>
            <a:endParaRPr lang="en-US"/>
          </a:p>
        </p:txBody>
      </p:sp>
    </p:spTree>
    <p:extLst>
      <p:ext uri="{BB962C8B-B14F-4D97-AF65-F5344CB8AC3E}">
        <p14:creationId xmlns:p14="http://schemas.microsoft.com/office/powerpoint/2010/main" val="18502906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Content Placeholder 2">
            <a:extLst>
              <a:ext uri="{FF2B5EF4-FFF2-40B4-BE49-F238E27FC236}">
                <a16:creationId xmlns:a16="http://schemas.microsoft.com/office/drawing/2014/main" id="{7D759A7C-CE32-EAB6-2F5A-97E7745292DB}"/>
              </a:ext>
            </a:extLst>
          </p:cNvPr>
          <p:cNvSpPr>
            <a:spLocks noGrp="1"/>
          </p:cNvSpPr>
          <p:nvPr>
            <p:ph type="body" sz="quarter" idx="10"/>
          </p:nvPr>
        </p:nvSpPr>
        <p:spPr>
          <a:xfrm>
            <a:off x="544743" y="2365623"/>
            <a:ext cx="6375700" cy="1843211"/>
          </a:xfrm>
        </p:spPr>
        <p:txBody>
          <a:bodyPr vert="horz" lIns="0" tIns="0" rIns="0" bIns="0" rtlCol="0" anchor="t">
            <a:noAutofit/>
          </a:bodyPr>
          <a:lstStyle/>
          <a:p>
            <a:pPr marL="457200" indent="-457200">
              <a:buChar char="•"/>
            </a:pPr>
            <a:r>
              <a:rPr lang="en-GB" altLang="it-IT" sz="2800"/>
              <a:t>Establish method of working (set ‘rules’ / organise)</a:t>
            </a:r>
            <a:endParaRPr lang="en-US"/>
          </a:p>
          <a:p>
            <a:pPr marL="457200" indent="-457200">
              <a:buChar char="•"/>
            </a:pPr>
            <a:r>
              <a:rPr lang="en-GB" altLang="it-IT" sz="2800"/>
              <a:t>Allocate project roles and work (standards / timescales)</a:t>
            </a:r>
          </a:p>
          <a:p>
            <a:pPr marL="457200" indent="-457200">
              <a:buChar char="•"/>
            </a:pPr>
            <a:r>
              <a:rPr lang="en-GB" altLang="it-IT" sz="2800"/>
              <a:t>Setup support / allocate training (formal / informal)</a:t>
            </a:r>
          </a:p>
          <a:p>
            <a:pPr marL="457200" indent="-457200">
              <a:buChar char="•"/>
            </a:pPr>
            <a:r>
              <a:rPr lang="en-GB" altLang="it-IT" sz="2800"/>
              <a:t>Courses / mentoring / in-house / external / personal / Computer-based training</a:t>
            </a:r>
          </a:p>
        </p:txBody>
      </p:sp>
      <p:sp>
        <p:nvSpPr>
          <p:cNvPr id="18434" name="Title 1">
            <a:extLst>
              <a:ext uri="{FF2B5EF4-FFF2-40B4-BE49-F238E27FC236}">
                <a16:creationId xmlns:a16="http://schemas.microsoft.com/office/drawing/2014/main" id="{FEEA5D78-E710-1F30-9A20-EE3E1E737743}"/>
              </a:ext>
            </a:extLst>
          </p:cNvPr>
          <p:cNvSpPr>
            <a:spLocks noGrp="1"/>
          </p:cNvSpPr>
          <p:nvPr>
            <p:ph type="title" idx="4294967295"/>
          </p:nvPr>
        </p:nvSpPr>
        <p:spPr>
          <a:xfrm>
            <a:off x="0" y="1416050"/>
            <a:ext cx="7772400" cy="655638"/>
          </a:xfrm>
        </p:spPr>
        <p:txBody>
          <a:bodyPr>
            <a:normAutofit/>
          </a:bodyPr>
          <a:lstStyle/>
          <a:p>
            <a:pPr algn="ctr"/>
            <a:r>
              <a:rPr lang="en-GB" altLang="it-IT" sz="3250" b="1">
                <a:latin typeface="Palatino Linotype"/>
              </a:rPr>
              <a:t>Team Processes</a:t>
            </a:r>
            <a:endParaRPr lang="en-US"/>
          </a:p>
        </p:txBody>
      </p:sp>
    </p:spTree>
    <p:extLst>
      <p:ext uri="{BB962C8B-B14F-4D97-AF65-F5344CB8AC3E}">
        <p14:creationId xmlns:p14="http://schemas.microsoft.com/office/powerpoint/2010/main" val="5939089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Content Placeholder 2">
            <a:extLst>
              <a:ext uri="{FF2B5EF4-FFF2-40B4-BE49-F238E27FC236}">
                <a16:creationId xmlns:a16="http://schemas.microsoft.com/office/drawing/2014/main" id="{E8D0D5EA-7D59-5C4C-FBB5-651209D9726B}"/>
              </a:ext>
            </a:extLst>
          </p:cNvPr>
          <p:cNvSpPr>
            <a:spLocks noGrp="1"/>
          </p:cNvSpPr>
          <p:nvPr>
            <p:ph type="body" sz="quarter" idx="10"/>
          </p:nvPr>
        </p:nvSpPr>
        <p:spPr/>
        <p:txBody>
          <a:bodyPr vert="horz" lIns="0" tIns="0" rIns="0" bIns="0" rtlCol="0" anchor="t">
            <a:noAutofit/>
          </a:bodyPr>
          <a:lstStyle/>
          <a:p>
            <a:pPr marL="571500" indent="-571500">
              <a:buChar char="•"/>
            </a:pPr>
            <a:r>
              <a:rPr lang="en-GB" altLang="it-IT" sz="3600"/>
              <a:t>Can have formal / informal team charter</a:t>
            </a:r>
            <a:endParaRPr lang="en-US"/>
          </a:p>
          <a:p>
            <a:pPr marL="571500" indent="-571500">
              <a:buChar char="•"/>
            </a:pPr>
            <a:r>
              <a:rPr lang="en-GB" altLang="it-IT" sz="3600"/>
              <a:t>Set out purpose of the team</a:t>
            </a:r>
          </a:p>
          <a:p>
            <a:pPr marL="571500" indent="-571500">
              <a:buChar char="•"/>
            </a:pPr>
            <a:r>
              <a:rPr lang="en-GB" altLang="it-IT" sz="3600"/>
              <a:t>Roles / responsibilities</a:t>
            </a:r>
          </a:p>
          <a:p>
            <a:pPr marL="571500" indent="-571500">
              <a:buChar char="•"/>
            </a:pPr>
            <a:r>
              <a:rPr lang="en-GB" altLang="it-IT" sz="3600"/>
              <a:t>Define workloads </a:t>
            </a:r>
          </a:p>
        </p:txBody>
      </p:sp>
      <p:sp>
        <p:nvSpPr>
          <p:cNvPr id="20482" name="Title 1">
            <a:extLst>
              <a:ext uri="{FF2B5EF4-FFF2-40B4-BE49-F238E27FC236}">
                <a16:creationId xmlns:a16="http://schemas.microsoft.com/office/drawing/2014/main" id="{917A6D3D-BB8D-27BC-CC94-667842A13740}"/>
              </a:ext>
            </a:extLst>
          </p:cNvPr>
          <p:cNvSpPr>
            <a:spLocks noGrp="1"/>
          </p:cNvSpPr>
          <p:nvPr>
            <p:ph type="title" idx="4294967295"/>
          </p:nvPr>
        </p:nvSpPr>
        <p:spPr>
          <a:xfrm>
            <a:off x="0" y="1416050"/>
            <a:ext cx="7772400" cy="655638"/>
          </a:xfrm>
        </p:spPr>
        <p:txBody>
          <a:bodyPr/>
          <a:lstStyle/>
          <a:p>
            <a:pPr algn="ctr"/>
            <a:r>
              <a:rPr lang="en-GB" altLang="it-IT" sz="3250" b="1">
                <a:latin typeface="Palatino Linotype"/>
              </a:rPr>
              <a:t>Charter/Rule/Parameters</a:t>
            </a:r>
            <a:endParaRPr lang="en-GB" altLang="it-IT" b="1" err="1"/>
          </a:p>
        </p:txBody>
      </p:sp>
    </p:spTree>
    <p:extLst>
      <p:ext uri="{BB962C8B-B14F-4D97-AF65-F5344CB8AC3E}">
        <p14:creationId xmlns:p14="http://schemas.microsoft.com/office/powerpoint/2010/main" val="3585928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Content Placeholder 2">
            <a:extLst>
              <a:ext uri="{FF2B5EF4-FFF2-40B4-BE49-F238E27FC236}">
                <a16:creationId xmlns:a16="http://schemas.microsoft.com/office/drawing/2014/main" id="{0579F935-D3F7-54C3-45DE-6B8122A3F3C4}"/>
              </a:ext>
            </a:extLst>
          </p:cNvPr>
          <p:cNvSpPr>
            <a:spLocks noGrp="1"/>
          </p:cNvSpPr>
          <p:nvPr>
            <p:ph type="body" sz="quarter" idx="10"/>
          </p:nvPr>
        </p:nvSpPr>
        <p:spPr>
          <a:xfrm>
            <a:off x="579733" y="2318970"/>
            <a:ext cx="6375700" cy="1388344"/>
          </a:xfrm>
        </p:spPr>
        <p:txBody>
          <a:bodyPr vert="horz" lIns="0" tIns="0" rIns="0" bIns="0" rtlCol="0" anchor="t">
            <a:noAutofit/>
          </a:bodyPr>
          <a:lstStyle/>
          <a:p>
            <a:pPr marL="571500" indent="-571500">
              <a:buChar char="•"/>
            </a:pPr>
            <a:r>
              <a:rPr lang="en-GB" altLang="it-IT" sz="3200">
                <a:latin typeface="Palatino Linotype"/>
              </a:rPr>
              <a:t>Set ‘norms’ – rules (formal / informal)</a:t>
            </a:r>
            <a:endParaRPr lang="en-US" sz="3200">
              <a:latin typeface="Palatino Linotype"/>
            </a:endParaRPr>
          </a:p>
          <a:p>
            <a:pPr marL="571500" indent="-571500">
              <a:buChar char="•"/>
            </a:pPr>
            <a:r>
              <a:rPr lang="en-GB" altLang="it-IT" sz="3200">
                <a:latin typeface="Palatino Linotype"/>
              </a:rPr>
              <a:t>Induction training / qualifications (to be team members)</a:t>
            </a:r>
          </a:p>
          <a:p>
            <a:pPr marL="571500" indent="-571500">
              <a:buChar char="•"/>
            </a:pPr>
            <a:r>
              <a:rPr lang="en-GB" altLang="it-IT" sz="3200">
                <a:latin typeface="Palatino Linotype"/>
              </a:rPr>
              <a:t>Socialisation process (meetings, lunch, dress code, language)</a:t>
            </a:r>
          </a:p>
        </p:txBody>
      </p:sp>
      <p:sp>
        <p:nvSpPr>
          <p:cNvPr id="22530" name="Title 1">
            <a:extLst>
              <a:ext uri="{FF2B5EF4-FFF2-40B4-BE49-F238E27FC236}">
                <a16:creationId xmlns:a16="http://schemas.microsoft.com/office/drawing/2014/main" id="{A519874E-2B30-3FB4-C7BC-E4CF711A2929}"/>
              </a:ext>
            </a:extLst>
          </p:cNvPr>
          <p:cNvSpPr>
            <a:spLocks noGrp="1"/>
          </p:cNvSpPr>
          <p:nvPr>
            <p:ph type="title" idx="4294967295"/>
          </p:nvPr>
        </p:nvSpPr>
        <p:spPr>
          <a:xfrm>
            <a:off x="0" y="1416050"/>
            <a:ext cx="7772400" cy="655638"/>
          </a:xfrm>
        </p:spPr>
        <p:txBody>
          <a:bodyPr/>
          <a:lstStyle/>
          <a:p>
            <a:pPr algn="ctr"/>
            <a:r>
              <a:rPr lang="en-GB" sz="3200" b="1">
                <a:latin typeface="Palatino Linotype"/>
              </a:rPr>
              <a:t>Charter/Rule/Parameters</a:t>
            </a:r>
            <a:endParaRPr lang="en-US">
              <a:latin typeface="Palatino Linotype"/>
            </a:endParaRPr>
          </a:p>
        </p:txBody>
      </p:sp>
    </p:spTree>
    <p:extLst>
      <p:ext uri="{BB962C8B-B14F-4D97-AF65-F5344CB8AC3E}">
        <p14:creationId xmlns:p14="http://schemas.microsoft.com/office/powerpoint/2010/main" val="4442211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Content Placeholder 2">
            <a:extLst>
              <a:ext uri="{FF2B5EF4-FFF2-40B4-BE49-F238E27FC236}">
                <a16:creationId xmlns:a16="http://schemas.microsoft.com/office/drawing/2014/main" id="{CDA4AB5F-13AC-D4BA-1F86-B10B0647FE20}"/>
              </a:ext>
            </a:extLst>
          </p:cNvPr>
          <p:cNvSpPr>
            <a:spLocks noGrp="1"/>
          </p:cNvSpPr>
          <p:nvPr>
            <p:ph type="body" sz="quarter" idx="10"/>
          </p:nvPr>
        </p:nvSpPr>
        <p:spPr>
          <a:xfrm>
            <a:off x="556406" y="2318970"/>
            <a:ext cx="6375700" cy="4035905"/>
          </a:xfrm>
        </p:spPr>
        <p:txBody>
          <a:bodyPr vert="horz" lIns="0" tIns="0" rIns="0" bIns="0" rtlCol="0" anchor="t">
            <a:noAutofit/>
          </a:bodyPr>
          <a:lstStyle/>
          <a:p>
            <a:pPr marL="457200" indent="-457200">
              <a:buChar char="•"/>
            </a:pPr>
            <a:r>
              <a:rPr lang="en-GB" altLang="it-IT" sz="2800">
                <a:latin typeface="Palatino Linotype"/>
              </a:rPr>
              <a:t>Set objectives for team</a:t>
            </a:r>
            <a:endParaRPr lang="en-US" sz="2800">
              <a:latin typeface="Palatino Linotype"/>
            </a:endParaRPr>
          </a:p>
          <a:p>
            <a:pPr marL="457200" indent="-457200">
              <a:buChar char="•"/>
            </a:pPr>
            <a:r>
              <a:rPr lang="en-GB" altLang="it-IT" sz="2800">
                <a:latin typeface="Palatino Linotype"/>
              </a:rPr>
              <a:t>Set timescales and standards</a:t>
            </a:r>
          </a:p>
          <a:p>
            <a:pPr marL="457200" indent="-457200">
              <a:buChar char="•"/>
            </a:pPr>
            <a:r>
              <a:rPr lang="en-GB" altLang="it-IT" sz="2800">
                <a:latin typeface="Palatino Linotype"/>
              </a:rPr>
              <a:t>Setup mechanisms to measure both</a:t>
            </a:r>
          </a:p>
          <a:p>
            <a:pPr marL="457200" indent="-457200">
              <a:buChar char="•"/>
            </a:pPr>
            <a:r>
              <a:rPr lang="en-GB" altLang="it-IT" sz="2800">
                <a:latin typeface="Palatino Linotype"/>
              </a:rPr>
              <a:t>Determine how performance will be measured (and how often)</a:t>
            </a:r>
          </a:p>
          <a:p>
            <a:pPr marL="457200" indent="-457200">
              <a:buChar char="•"/>
            </a:pPr>
            <a:r>
              <a:rPr lang="en-GB" altLang="it-IT" sz="2800">
                <a:latin typeface="Palatino Linotype"/>
              </a:rPr>
              <a:t>Setup feedback mechanisms (team meetings / reports / briefings / cascading information / emails / notice board)</a:t>
            </a:r>
          </a:p>
          <a:p>
            <a:endParaRPr lang="en-GB" altLang="it-IT" sz="3200"/>
          </a:p>
        </p:txBody>
      </p:sp>
      <p:sp>
        <p:nvSpPr>
          <p:cNvPr id="24578" name="Title 1">
            <a:extLst>
              <a:ext uri="{FF2B5EF4-FFF2-40B4-BE49-F238E27FC236}">
                <a16:creationId xmlns:a16="http://schemas.microsoft.com/office/drawing/2014/main" id="{759F2589-BD1F-1A54-2D1E-5EEA0725197D}"/>
              </a:ext>
            </a:extLst>
          </p:cNvPr>
          <p:cNvSpPr>
            <a:spLocks noGrp="1"/>
          </p:cNvSpPr>
          <p:nvPr>
            <p:ph type="title" idx="4294967295"/>
          </p:nvPr>
        </p:nvSpPr>
        <p:spPr>
          <a:xfrm>
            <a:off x="0" y="1268413"/>
            <a:ext cx="7772400" cy="803275"/>
          </a:xfrm>
        </p:spPr>
        <p:txBody>
          <a:bodyPr>
            <a:normAutofit/>
          </a:bodyPr>
          <a:lstStyle/>
          <a:p>
            <a:pPr algn="ctr"/>
            <a:r>
              <a:rPr lang="en-GB" altLang="it-IT" sz="3250" b="1">
                <a:latin typeface="Palatino Linotype"/>
              </a:rPr>
              <a:t>Management/Team Leaders</a:t>
            </a:r>
            <a:endParaRPr lang="en-US"/>
          </a:p>
        </p:txBody>
      </p:sp>
    </p:spTree>
    <p:extLst>
      <p:ext uri="{BB962C8B-B14F-4D97-AF65-F5344CB8AC3E}">
        <p14:creationId xmlns:p14="http://schemas.microsoft.com/office/powerpoint/2010/main" val="40825486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Content Placeholder 2">
            <a:extLst>
              <a:ext uri="{FF2B5EF4-FFF2-40B4-BE49-F238E27FC236}">
                <a16:creationId xmlns:a16="http://schemas.microsoft.com/office/drawing/2014/main" id="{D88FB583-9E70-C695-121B-EC06A6CE387A}"/>
              </a:ext>
            </a:extLst>
          </p:cNvPr>
          <p:cNvSpPr>
            <a:spLocks noGrp="1"/>
          </p:cNvSpPr>
          <p:nvPr>
            <p:ph type="body" sz="quarter" idx="10"/>
          </p:nvPr>
        </p:nvSpPr>
        <p:spPr>
          <a:xfrm>
            <a:off x="568070" y="1712479"/>
            <a:ext cx="6375700" cy="1423333"/>
          </a:xfrm>
        </p:spPr>
        <p:txBody>
          <a:bodyPr vert="horz" lIns="0" tIns="0" rIns="0" bIns="0" rtlCol="0" anchor="t">
            <a:noAutofit/>
          </a:bodyPr>
          <a:lstStyle/>
          <a:p>
            <a:pPr marL="457200" indent="-457200">
              <a:buChar char="•"/>
            </a:pPr>
            <a:r>
              <a:rPr lang="en-GB" altLang="it-IT" sz="2800">
                <a:latin typeface="Palatino Linotype"/>
              </a:rPr>
              <a:t>Style of management (aggressive / passive – coerce / collaborate)</a:t>
            </a:r>
            <a:endParaRPr lang="en-US"/>
          </a:p>
          <a:p>
            <a:pPr marL="457200" indent="-457200">
              <a:buChar char="•"/>
            </a:pPr>
            <a:r>
              <a:rPr lang="en-GB" altLang="it-IT" sz="2800">
                <a:latin typeface="Palatino Linotype"/>
              </a:rPr>
              <a:t>Formal mechanisms – meetings / briefings / paper or email reports / agenda and minutes </a:t>
            </a:r>
          </a:p>
          <a:p>
            <a:pPr marL="457200" indent="-457200">
              <a:buChar char="•"/>
            </a:pPr>
            <a:r>
              <a:rPr lang="en-GB" altLang="it-IT" sz="2800">
                <a:latin typeface="Palatino Linotype"/>
              </a:rPr>
              <a:t>Informal – chat / lunch</a:t>
            </a:r>
          </a:p>
          <a:p>
            <a:pPr marL="457200" indent="-457200">
              <a:buChar char="•"/>
            </a:pPr>
            <a:r>
              <a:rPr lang="en-GB" altLang="it-IT" sz="2800">
                <a:latin typeface="Palatino Linotype"/>
              </a:rPr>
              <a:t>Environment – office interview / meeting rooms / web tele conference / restaurant / water-cooler</a:t>
            </a:r>
          </a:p>
          <a:p>
            <a:pPr marL="457200" indent="-457200">
              <a:buChar char="•"/>
            </a:pPr>
            <a:r>
              <a:rPr lang="en-GB" altLang="it-IT" sz="2800">
                <a:latin typeface="Palatino Linotype"/>
              </a:rPr>
              <a:t>Depends on style and degree of formality needed</a:t>
            </a:r>
          </a:p>
        </p:txBody>
      </p:sp>
      <p:sp>
        <p:nvSpPr>
          <p:cNvPr id="26626" name="Title 1">
            <a:extLst>
              <a:ext uri="{FF2B5EF4-FFF2-40B4-BE49-F238E27FC236}">
                <a16:creationId xmlns:a16="http://schemas.microsoft.com/office/drawing/2014/main" id="{2D8B0319-29FC-5BFD-E5CE-58CBBF2C6BB9}"/>
              </a:ext>
            </a:extLst>
          </p:cNvPr>
          <p:cNvSpPr>
            <a:spLocks noGrp="1"/>
          </p:cNvSpPr>
          <p:nvPr>
            <p:ph type="title" idx="4294967295"/>
          </p:nvPr>
        </p:nvSpPr>
        <p:spPr>
          <a:xfrm>
            <a:off x="0" y="844550"/>
            <a:ext cx="6536094" cy="655638"/>
          </a:xfrm>
        </p:spPr>
        <p:txBody>
          <a:bodyPr>
            <a:normAutofit/>
          </a:bodyPr>
          <a:lstStyle/>
          <a:p>
            <a:pPr algn="ctr"/>
            <a:r>
              <a:rPr lang="en-GB" altLang="it-IT" sz="3250" b="1">
                <a:latin typeface="Palatino Linotype"/>
              </a:rPr>
              <a:t>Management</a:t>
            </a:r>
            <a:endParaRPr lang="en-US"/>
          </a:p>
        </p:txBody>
      </p:sp>
    </p:spTree>
    <p:extLst>
      <p:ext uri="{BB962C8B-B14F-4D97-AF65-F5344CB8AC3E}">
        <p14:creationId xmlns:p14="http://schemas.microsoft.com/office/powerpoint/2010/main" val="156633738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Content Placeholder 2">
            <a:extLst>
              <a:ext uri="{FF2B5EF4-FFF2-40B4-BE49-F238E27FC236}">
                <a16:creationId xmlns:a16="http://schemas.microsoft.com/office/drawing/2014/main" id="{FD612784-E357-348B-5B05-B9FD9FC7CA5D}"/>
              </a:ext>
            </a:extLst>
          </p:cNvPr>
          <p:cNvSpPr>
            <a:spLocks noGrp="1"/>
          </p:cNvSpPr>
          <p:nvPr>
            <p:ph type="body" sz="quarter" idx="10"/>
          </p:nvPr>
        </p:nvSpPr>
        <p:spPr>
          <a:xfrm>
            <a:off x="533080" y="2074041"/>
            <a:ext cx="6375700" cy="1388344"/>
          </a:xfrm>
        </p:spPr>
        <p:txBody>
          <a:bodyPr vert="horz" lIns="0" tIns="0" rIns="0" bIns="0" rtlCol="0" anchor="t">
            <a:noAutofit/>
          </a:bodyPr>
          <a:lstStyle/>
          <a:p>
            <a:pPr marL="457200" indent="-457200">
              <a:buChar char="•"/>
            </a:pPr>
            <a:r>
              <a:rPr lang="en-GB" altLang="it-IT" sz="2800"/>
              <a:t>Prescriptive to ‘leave alone’</a:t>
            </a:r>
            <a:endParaRPr lang="en-US"/>
          </a:p>
          <a:p>
            <a:pPr marL="457200" indent="-457200">
              <a:buChar char="•"/>
            </a:pPr>
            <a:r>
              <a:rPr lang="en-GB" altLang="it-IT" sz="2800"/>
              <a:t>Authoritarian to self-directed</a:t>
            </a:r>
          </a:p>
          <a:p>
            <a:pPr marL="457200" indent="-457200">
              <a:buChar char="•"/>
            </a:pPr>
            <a:r>
              <a:rPr lang="en-GB" altLang="it-IT" sz="2800"/>
              <a:t>Need to allocate project work</a:t>
            </a:r>
          </a:p>
          <a:p>
            <a:pPr marL="457200" indent="-457200">
              <a:buChar char="•"/>
            </a:pPr>
            <a:r>
              <a:rPr lang="en-GB" altLang="it-IT" sz="2800"/>
              <a:t>Set specific rules for performing (style - directed / autonomous / time limits / standards)</a:t>
            </a:r>
          </a:p>
          <a:p>
            <a:pPr marL="457200" indent="-457200">
              <a:buChar char="•"/>
            </a:pPr>
            <a:r>
              <a:rPr lang="en-GB" altLang="it-IT" sz="2800"/>
              <a:t>Set brief for work (scope of tasks)</a:t>
            </a:r>
          </a:p>
          <a:p>
            <a:pPr marL="457200" indent="-457200">
              <a:buChar char="•"/>
            </a:pPr>
            <a:r>
              <a:rPr lang="en-GB" altLang="it-IT" sz="2800"/>
              <a:t>Team style – can be different to project work ‘rules’</a:t>
            </a:r>
          </a:p>
        </p:txBody>
      </p:sp>
      <p:sp>
        <p:nvSpPr>
          <p:cNvPr id="28674" name="Title 1">
            <a:extLst>
              <a:ext uri="{FF2B5EF4-FFF2-40B4-BE49-F238E27FC236}">
                <a16:creationId xmlns:a16="http://schemas.microsoft.com/office/drawing/2014/main" id="{80C5E1E0-2700-E475-7A32-2C924A9DE88E}"/>
              </a:ext>
            </a:extLst>
          </p:cNvPr>
          <p:cNvSpPr>
            <a:spLocks noGrp="1"/>
          </p:cNvSpPr>
          <p:nvPr>
            <p:ph type="title" idx="4294967295"/>
          </p:nvPr>
        </p:nvSpPr>
        <p:spPr>
          <a:xfrm>
            <a:off x="0" y="1196975"/>
            <a:ext cx="7821613" cy="874713"/>
          </a:xfrm>
        </p:spPr>
        <p:txBody>
          <a:bodyPr>
            <a:normAutofit/>
          </a:bodyPr>
          <a:lstStyle/>
          <a:p>
            <a:pPr algn="ctr"/>
            <a:r>
              <a:rPr lang="en-GB" altLang="it-IT" sz="3250" b="1">
                <a:latin typeface="Palatino Linotype"/>
              </a:rPr>
              <a:t>Management Control</a:t>
            </a:r>
            <a:endParaRPr lang="en-US"/>
          </a:p>
        </p:txBody>
      </p:sp>
      <p:sp>
        <p:nvSpPr>
          <p:cNvPr id="5" name="Footer Placeholder 4">
            <a:extLst>
              <a:ext uri="{FF2B5EF4-FFF2-40B4-BE49-F238E27FC236}">
                <a16:creationId xmlns:a16="http://schemas.microsoft.com/office/drawing/2014/main" id="{4D6B5043-050D-10A0-3AE1-EAE3B64F5102}"/>
              </a:ext>
            </a:extLst>
          </p:cNvPr>
          <p:cNvSpPr>
            <a:spLocks noGrp="1"/>
          </p:cNvSpPr>
          <p:nvPr>
            <p:ph type="ftr" sz="quarter" idx="4294967295"/>
          </p:nvPr>
        </p:nvSpPr>
        <p:spPr>
          <a:xfrm>
            <a:off x="0" y="6356350"/>
            <a:ext cx="3086100" cy="365125"/>
          </a:xfrm>
        </p:spPr>
        <p:txBody>
          <a:bodyPr/>
          <a:lstStyle/>
          <a:p>
            <a:pPr>
              <a:defRPr/>
            </a:pPr>
            <a:r>
              <a:rPr lang="en-US"/>
              <a:t>Garry Blair</a:t>
            </a:r>
          </a:p>
        </p:txBody>
      </p:sp>
    </p:spTree>
    <p:extLst>
      <p:ext uri="{BB962C8B-B14F-4D97-AF65-F5344CB8AC3E}">
        <p14:creationId xmlns:p14="http://schemas.microsoft.com/office/powerpoint/2010/main" val="242303122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Content Placeholder 2">
            <a:extLst>
              <a:ext uri="{FF2B5EF4-FFF2-40B4-BE49-F238E27FC236}">
                <a16:creationId xmlns:a16="http://schemas.microsoft.com/office/drawing/2014/main" id="{CB1C59A2-B65E-83B0-E75A-1F904110575A}"/>
              </a:ext>
            </a:extLst>
          </p:cNvPr>
          <p:cNvSpPr>
            <a:spLocks noGrp="1"/>
          </p:cNvSpPr>
          <p:nvPr>
            <p:ph type="body" sz="quarter" idx="10"/>
          </p:nvPr>
        </p:nvSpPr>
        <p:spPr>
          <a:xfrm>
            <a:off x="544743" y="2074042"/>
            <a:ext cx="6375700" cy="2134792"/>
          </a:xfrm>
        </p:spPr>
        <p:txBody>
          <a:bodyPr vert="horz" lIns="0" tIns="0" rIns="0" bIns="0" rtlCol="0" anchor="t">
            <a:noAutofit/>
          </a:bodyPr>
          <a:lstStyle/>
          <a:p>
            <a:pPr marL="457200" indent="-457200">
              <a:buChar char="•"/>
            </a:pPr>
            <a:r>
              <a:rPr lang="en-GB" altLang="it-IT" sz="2800"/>
              <a:t>Method of working – collaborative / individual</a:t>
            </a:r>
            <a:endParaRPr lang="en-US"/>
          </a:p>
          <a:p>
            <a:pPr marL="457200" indent="-457200">
              <a:buChar char="•"/>
            </a:pPr>
            <a:r>
              <a:rPr lang="en-GB" altLang="it-IT" sz="2800"/>
              <a:t>Report to leader / group</a:t>
            </a:r>
          </a:p>
          <a:p>
            <a:pPr marL="457200" indent="-457200">
              <a:buChar char="•"/>
            </a:pPr>
            <a:r>
              <a:rPr lang="en-GB" altLang="it-IT" sz="2800">
                <a:latin typeface="Palatino Linotype"/>
              </a:rPr>
              <a:t>Manage in interventionist / self directing way (or combination – depending on tasks)</a:t>
            </a:r>
          </a:p>
          <a:p>
            <a:pPr marL="457200" indent="-457200">
              <a:buChar char="•"/>
            </a:pPr>
            <a:r>
              <a:rPr lang="en-GB" altLang="it-IT" sz="2800"/>
              <a:t>Apply - direct supervision / mentor / facilitate</a:t>
            </a:r>
          </a:p>
          <a:p>
            <a:pPr marL="457200" indent="-457200">
              <a:buChar char="•"/>
            </a:pPr>
            <a:r>
              <a:rPr lang="en-GB" altLang="it-IT" sz="2800"/>
              <a:t>People centred / task centred emphasis in leading the team</a:t>
            </a:r>
          </a:p>
        </p:txBody>
      </p:sp>
      <p:sp>
        <p:nvSpPr>
          <p:cNvPr id="30722" name="Title 1">
            <a:extLst>
              <a:ext uri="{FF2B5EF4-FFF2-40B4-BE49-F238E27FC236}">
                <a16:creationId xmlns:a16="http://schemas.microsoft.com/office/drawing/2014/main" id="{4B1258AD-B4CA-6FE5-FFEC-3F837DBAD503}"/>
              </a:ext>
            </a:extLst>
          </p:cNvPr>
          <p:cNvSpPr>
            <a:spLocks noGrp="1"/>
          </p:cNvSpPr>
          <p:nvPr>
            <p:ph type="title" idx="4294967295"/>
          </p:nvPr>
        </p:nvSpPr>
        <p:spPr>
          <a:xfrm>
            <a:off x="0" y="1285875"/>
            <a:ext cx="7772400" cy="571500"/>
          </a:xfrm>
        </p:spPr>
        <p:txBody>
          <a:bodyPr>
            <a:normAutofit/>
          </a:bodyPr>
          <a:lstStyle/>
          <a:p>
            <a:pPr algn="ctr"/>
            <a:r>
              <a:rPr lang="en-GB" altLang="it-IT" sz="3250" b="1">
                <a:latin typeface="Palatino Linotype"/>
              </a:rPr>
              <a:t>Management Control</a:t>
            </a:r>
            <a:endParaRPr lang="en-US"/>
          </a:p>
        </p:txBody>
      </p:sp>
    </p:spTree>
    <p:extLst>
      <p:ext uri="{BB962C8B-B14F-4D97-AF65-F5344CB8AC3E}">
        <p14:creationId xmlns:p14="http://schemas.microsoft.com/office/powerpoint/2010/main" val="286030628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Content Placeholder 2">
            <a:extLst>
              <a:ext uri="{FF2B5EF4-FFF2-40B4-BE49-F238E27FC236}">
                <a16:creationId xmlns:a16="http://schemas.microsoft.com/office/drawing/2014/main" id="{E1A90EE9-5633-A2D7-E0F4-EEFDCA8F903A}"/>
              </a:ext>
            </a:extLst>
          </p:cNvPr>
          <p:cNvSpPr>
            <a:spLocks noGrp="1"/>
          </p:cNvSpPr>
          <p:nvPr>
            <p:ph type="body" sz="quarter" idx="10"/>
          </p:nvPr>
        </p:nvSpPr>
        <p:spPr>
          <a:xfrm>
            <a:off x="299814" y="1712480"/>
            <a:ext cx="6375700" cy="1388344"/>
          </a:xfrm>
        </p:spPr>
        <p:txBody>
          <a:bodyPr vert="horz" lIns="0" tIns="0" rIns="0" bIns="0" rtlCol="0" anchor="t">
            <a:noAutofit/>
          </a:bodyPr>
          <a:lstStyle/>
          <a:p>
            <a:pPr marL="685800" indent="-685800">
              <a:buChar char="•"/>
            </a:pPr>
            <a:r>
              <a:rPr lang="en-GB" altLang="it-IT" sz="3200">
                <a:latin typeface="Palatino Linotype"/>
              </a:rPr>
              <a:t>Need mix of different roles (Belbin)</a:t>
            </a:r>
            <a:endParaRPr lang="en-US" sz="3200">
              <a:latin typeface="Palatino Linotype"/>
            </a:endParaRPr>
          </a:p>
          <a:p>
            <a:pPr marL="685800" indent="-685800">
              <a:buChar char="•"/>
            </a:pPr>
            <a:r>
              <a:rPr lang="en-GB" altLang="it-IT" sz="3200">
                <a:latin typeface="Palatino Linotype"/>
              </a:rPr>
              <a:t>Could be same person / people</a:t>
            </a:r>
          </a:p>
          <a:p>
            <a:pPr marL="685800" indent="-685800">
              <a:buChar char="•"/>
            </a:pPr>
            <a:r>
              <a:rPr lang="en-GB" altLang="it-IT" sz="3200">
                <a:latin typeface="Palatino Linotype"/>
              </a:rPr>
              <a:t>Problem solvers</a:t>
            </a:r>
          </a:p>
          <a:p>
            <a:pPr marL="685800" indent="-685800">
              <a:buChar char="•"/>
            </a:pPr>
            <a:r>
              <a:rPr lang="en-GB" altLang="it-IT" sz="3200">
                <a:latin typeface="Palatino Linotype"/>
              </a:rPr>
              <a:t>Task completers</a:t>
            </a:r>
          </a:p>
          <a:p>
            <a:pPr marL="685800" indent="-685800">
              <a:buChar char="•"/>
            </a:pPr>
            <a:r>
              <a:rPr lang="en-GB" altLang="it-IT" sz="3200">
                <a:latin typeface="Palatino Linotype"/>
              </a:rPr>
              <a:t>Team managers</a:t>
            </a:r>
          </a:p>
          <a:p>
            <a:pPr marL="685800" indent="-685800">
              <a:buChar char="•"/>
            </a:pPr>
            <a:r>
              <a:rPr lang="en-GB" altLang="it-IT" sz="3200">
                <a:latin typeface="Palatino Linotype"/>
              </a:rPr>
              <a:t>May have to recruit experts </a:t>
            </a:r>
          </a:p>
          <a:p>
            <a:pPr marL="685800" indent="-685800">
              <a:buChar char="•"/>
            </a:pPr>
            <a:r>
              <a:rPr lang="en-GB" altLang="it-IT" sz="3200">
                <a:latin typeface="Palatino Linotype"/>
              </a:rPr>
              <a:t>Important that team ‘blend’ is correct and managed – to perform project</a:t>
            </a:r>
          </a:p>
        </p:txBody>
      </p:sp>
      <p:sp>
        <p:nvSpPr>
          <p:cNvPr id="32770" name="Title 1">
            <a:extLst>
              <a:ext uri="{FF2B5EF4-FFF2-40B4-BE49-F238E27FC236}">
                <a16:creationId xmlns:a16="http://schemas.microsoft.com/office/drawing/2014/main" id="{6408C8E5-90E9-851E-1BC2-EF99C0F6F256}"/>
              </a:ext>
            </a:extLst>
          </p:cNvPr>
          <p:cNvSpPr>
            <a:spLocks noGrp="1"/>
          </p:cNvSpPr>
          <p:nvPr>
            <p:ph type="title" idx="4294967295"/>
          </p:nvPr>
        </p:nvSpPr>
        <p:spPr>
          <a:xfrm>
            <a:off x="0" y="854334"/>
            <a:ext cx="7772400" cy="857250"/>
          </a:xfrm>
        </p:spPr>
        <p:txBody>
          <a:bodyPr/>
          <a:lstStyle/>
          <a:p>
            <a:pPr algn="ctr"/>
            <a:r>
              <a:rPr lang="en-GB" altLang="it-IT" sz="3250" b="1">
                <a:latin typeface="Palatino Linotype"/>
              </a:rPr>
              <a:t>Team Composition</a:t>
            </a:r>
            <a:endParaRPr lang="en-GB" altLang="it-IT" b="1"/>
          </a:p>
        </p:txBody>
      </p:sp>
    </p:spTree>
    <p:extLst>
      <p:ext uri="{BB962C8B-B14F-4D97-AF65-F5344CB8AC3E}">
        <p14:creationId xmlns:p14="http://schemas.microsoft.com/office/powerpoint/2010/main" val="278752254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2">
            <a:extLst>
              <a:ext uri="{FF2B5EF4-FFF2-40B4-BE49-F238E27FC236}">
                <a16:creationId xmlns:a16="http://schemas.microsoft.com/office/drawing/2014/main" id="{BB0CC50E-0D52-199A-7B5F-42EB052D7099}"/>
              </a:ext>
            </a:extLst>
          </p:cNvPr>
          <p:cNvSpPr>
            <a:spLocks noGrp="1"/>
          </p:cNvSpPr>
          <p:nvPr>
            <p:ph type="body" sz="quarter" idx="10"/>
          </p:nvPr>
        </p:nvSpPr>
        <p:spPr>
          <a:xfrm>
            <a:off x="498090" y="1712480"/>
            <a:ext cx="6375700" cy="1388344"/>
          </a:xfrm>
        </p:spPr>
        <p:txBody>
          <a:bodyPr vert="horz" lIns="0" tIns="0" rIns="0" bIns="0" rtlCol="0" anchor="t">
            <a:noAutofit/>
          </a:bodyPr>
          <a:lstStyle/>
          <a:p>
            <a:pPr marL="457200" indent="-457200">
              <a:buChar char="•"/>
            </a:pPr>
            <a:r>
              <a:rPr lang="en-GB" altLang="it-IT" sz="3200">
                <a:latin typeface="Palatino Linotype"/>
              </a:rPr>
              <a:t>Obtain information and check / detect problem</a:t>
            </a:r>
            <a:endParaRPr lang="en-US"/>
          </a:p>
          <a:p>
            <a:pPr marL="457200" indent="-457200">
              <a:buChar char="•"/>
            </a:pPr>
            <a:r>
              <a:rPr lang="en-GB" altLang="it-IT" sz="3200">
                <a:latin typeface="Palatino Linotype"/>
              </a:rPr>
              <a:t>Decide on method to address (consult if necessary)</a:t>
            </a:r>
          </a:p>
          <a:p>
            <a:pPr marL="457200" indent="-457200">
              <a:buChar char="•"/>
            </a:pPr>
            <a:r>
              <a:rPr lang="en-GB" altLang="it-IT" sz="3200">
                <a:latin typeface="Palatino Linotype"/>
              </a:rPr>
              <a:t>Can be formal or informal discussion</a:t>
            </a:r>
          </a:p>
          <a:p>
            <a:pPr marL="457200" indent="-457200">
              <a:buChar char="•"/>
            </a:pPr>
            <a:r>
              <a:rPr lang="en-GB" altLang="it-IT" sz="3200">
                <a:latin typeface="Palatino Linotype"/>
              </a:rPr>
              <a:t>Try to change their behaviour then monitor and feedback</a:t>
            </a:r>
          </a:p>
          <a:p>
            <a:pPr marL="457200" indent="-457200">
              <a:buChar char="•"/>
            </a:pPr>
            <a:r>
              <a:rPr lang="en-GB" altLang="it-IT" sz="3200">
                <a:latin typeface="Palatino Linotype"/>
              </a:rPr>
              <a:t>Go to bosses (or their bosses) to make formal complaint</a:t>
            </a:r>
          </a:p>
        </p:txBody>
      </p:sp>
      <p:sp>
        <p:nvSpPr>
          <p:cNvPr id="34818" name="Title 1">
            <a:extLst>
              <a:ext uri="{FF2B5EF4-FFF2-40B4-BE49-F238E27FC236}">
                <a16:creationId xmlns:a16="http://schemas.microsoft.com/office/drawing/2014/main" id="{E663EF61-E9A2-B16F-BDD5-2DFEE4138F33}"/>
              </a:ext>
            </a:extLst>
          </p:cNvPr>
          <p:cNvSpPr>
            <a:spLocks noGrp="1"/>
          </p:cNvSpPr>
          <p:nvPr>
            <p:ph type="title" idx="4294967295"/>
          </p:nvPr>
        </p:nvSpPr>
        <p:spPr>
          <a:xfrm>
            <a:off x="0" y="854334"/>
            <a:ext cx="7772400" cy="714375"/>
          </a:xfrm>
        </p:spPr>
        <p:txBody>
          <a:bodyPr>
            <a:normAutofit/>
          </a:bodyPr>
          <a:lstStyle/>
          <a:p>
            <a:pPr algn="ctr"/>
            <a:r>
              <a:rPr lang="en-GB" altLang="it-IT" sz="3250" b="1">
                <a:latin typeface="Palatino Linotype"/>
              </a:rPr>
              <a:t>Problematic Team Members</a:t>
            </a:r>
            <a:endParaRPr lang="en-US"/>
          </a:p>
        </p:txBody>
      </p:sp>
    </p:spTree>
    <p:extLst>
      <p:ext uri="{BB962C8B-B14F-4D97-AF65-F5344CB8AC3E}">
        <p14:creationId xmlns:p14="http://schemas.microsoft.com/office/powerpoint/2010/main" val="288650888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Content Placeholder 2">
            <a:extLst>
              <a:ext uri="{FF2B5EF4-FFF2-40B4-BE49-F238E27FC236}">
                <a16:creationId xmlns:a16="http://schemas.microsoft.com/office/drawing/2014/main" id="{1A70377C-A1BC-C98F-8515-60F53A9E567B}"/>
              </a:ext>
            </a:extLst>
          </p:cNvPr>
          <p:cNvSpPr>
            <a:spLocks noGrp="1"/>
          </p:cNvSpPr>
          <p:nvPr>
            <p:ph type="body" sz="quarter" idx="10"/>
          </p:nvPr>
        </p:nvSpPr>
        <p:spPr>
          <a:xfrm>
            <a:off x="544743" y="1712480"/>
            <a:ext cx="6375700" cy="1388344"/>
          </a:xfrm>
        </p:spPr>
        <p:txBody>
          <a:bodyPr vert="horz" lIns="0" tIns="0" rIns="0" bIns="0" rtlCol="0" anchor="t">
            <a:noAutofit/>
          </a:bodyPr>
          <a:lstStyle/>
          <a:p>
            <a:pPr marL="457200" indent="-457200">
              <a:buChar char="•"/>
            </a:pPr>
            <a:r>
              <a:rPr lang="en-GB" altLang="it-IT" sz="3000"/>
              <a:t>Try to have them removed from the team</a:t>
            </a:r>
            <a:endParaRPr lang="en-US"/>
          </a:p>
          <a:p>
            <a:pPr marL="457200" indent="-457200">
              <a:buChar char="•"/>
            </a:pPr>
            <a:r>
              <a:rPr lang="en-GB" altLang="it-IT" sz="3000"/>
              <a:t>Change their work – perhaps better suit them</a:t>
            </a:r>
          </a:p>
          <a:p>
            <a:pPr marL="457200" indent="-457200">
              <a:buChar char="•"/>
            </a:pPr>
            <a:r>
              <a:rPr lang="en-GB" altLang="it-IT" sz="3000"/>
              <a:t>Reduce their project involvement (remove work – give to someone else)</a:t>
            </a:r>
          </a:p>
          <a:p>
            <a:pPr marL="457200" indent="-457200">
              <a:buChar char="•"/>
            </a:pPr>
            <a:r>
              <a:rPr lang="en-GB" altLang="it-IT" sz="3000"/>
              <a:t>Reduce their involvement with the team (if they are causing disruption / problems)</a:t>
            </a:r>
          </a:p>
        </p:txBody>
      </p:sp>
      <p:sp>
        <p:nvSpPr>
          <p:cNvPr id="36866" name="Title 1">
            <a:extLst>
              <a:ext uri="{FF2B5EF4-FFF2-40B4-BE49-F238E27FC236}">
                <a16:creationId xmlns:a16="http://schemas.microsoft.com/office/drawing/2014/main" id="{0138F5D1-3A0E-441D-7EF8-722F4A0B9F3E}"/>
              </a:ext>
            </a:extLst>
          </p:cNvPr>
          <p:cNvSpPr>
            <a:spLocks noGrp="1"/>
          </p:cNvSpPr>
          <p:nvPr>
            <p:ph type="title" idx="4294967295"/>
          </p:nvPr>
        </p:nvSpPr>
        <p:spPr>
          <a:xfrm>
            <a:off x="-151622" y="819344"/>
            <a:ext cx="7772400" cy="714375"/>
          </a:xfrm>
        </p:spPr>
        <p:txBody>
          <a:bodyPr>
            <a:normAutofit/>
          </a:bodyPr>
          <a:lstStyle/>
          <a:p>
            <a:pPr algn="ctr"/>
            <a:r>
              <a:rPr lang="en-GB" altLang="it-IT" sz="3250" b="1">
                <a:latin typeface="Palatino Linotype"/>
              </a:rPr>
              <a:t>Problematic Team Members</a:t>
            </a:r>
            <a:endParaRPr lang="en-US"/>
          </a:p>
        </p:txBody>
      </p:sp>
    </p:spTree>
    <p:extLst>
      <p:ext uri="{BB962C8B-B14F-4D97-AF65-F5344CB8AC3E}">
        <p14:creationId xmlns:p14="http://schemas.microsoft.com/office/powerpoint/2010/main" val="126191927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Content Placeholder 2">
            <a:extLst>
              <a:ext uri="{FF2B5EF4-FFF2-40B4-BE49-F238E27FC236}">
                <a16:creationId xmlns:a16="http://schemas.microsoft.com/office/drawing/2014/main" id="{0BEB04F9-57B6-119E-97A6-161414A4E8F5}"/>
              </a:ext>
            </a:extLst>
          </p:cNvPr>
          <p:cNvSpPr>
            <a:spLocks noGrp="1"/>
          </p:cNvSpPr>
          <p:nvPr>
            <p:ph type="body" sz="quarter" idx="10"/>
          </p:nvPr>
        </p:nvSpPr>
        <p:spPr>
          <a:xfrm>
            <a:off x="579733" y="1712480"/>
            <a:ext cx="7763628" cy="1388344"/>
          </a:xfrm>
        </p:spPr>
        <p:txBody>
          <a:bodyPr vert="horz" lIns="0" tIns="0" rIns="0" bIns="0" rtlCol="0" anchor="t">
            <a:noAutofit/>
          </a:bodyPr>
          <a:lstStyle/>
          <a:p>
            <a:pPr marL="457200" indent="-457200">
              <a:buChar char="•"/>
            </a:pPr>
            <a:r>
              <a:rPr lang="en-GB" altLang="it-IT" sz="2800">
                <a:latin typeface="Palatino Linotype"/>
              </a:rPr>
              <a:t>Range of tactics from coercion to collaboration</a:t>
            </a:r>
            <a:endParaRPr lang="en-US"/>
          </a:p>
          <a:p>
            <a:pPr marL="457200" indent="-457200">
              <a:buChar char="•"/>
            </a:pPr>
            <a:r>
              <a:rPr lang="en-GB" altLang="it-IT" sz="2800">
                <a:latin typeface="Palatino Linotype"/>
              </a:rPr>
              <a:t>To try to get project work done on time and to standard</a:t>
            </a:r>
          </a:p>
          <a:p>
            <a:pPr marL="457200" indent="-457200">
              <a:buChar char="•"/>
            </a:pPr>
            <a:r>
              <a:rPr lang="en-GB" altLang="it-IT" sz="2800">
                <a:latin typeface="Palatino Linotype"/>
              </a:rPr>
              <a:t>Can adjust work mix to try to get result</a:t>
            </a:r>
          </a:p>
          <a:p>
            <a:pPr marL="457200" indent="-457200">
              <a:buChar char="•"/>
            </a:pPr>
            <a:r>
              <a:rPr lang="en-GB" altLang="it-IT" sz="2800">
                <a:latin typeface="Palatino Linotype"/>
              </a:rPr>
              <a:t>Can change project (reduce scope / do different project)</a:t>
            </a:r>
          </a:p>
          <a:p>
            <a:pPr marL="457200" indent="-457200">
              <a:buChar char="•"/>
            </a:pPr>
            <a:r>
              <a:rPr lang="en-GB" altLang="it-IT" sz="2800">
                <a:latin typeface="Palatino Linotype"/>
              </a:rPr>
              <a:t>Can stop project – if failing and using resources</a:t>
            </a:r>
          </a:p>
          <a:p>
            <a:pPr marL="457200" indent="-457200">
              <a:buChar char="•"/>
            </a:pPr>
            <a:r>
              <a:rPr lang="en-GB" altLang="it-IT" sz="2800">
                <a:latin typeface="Palatino Linotype"/>
              </a:rPr>
              <a:t>Degree of influence – direct / high for own job and team to indirect / low at Global level</a:t>
            </a:r>
          </a:p>
        </p:txBody>
      </p:sp>
      <p:sp>
        <p:nvSpPr>
          <p:cNvPr id="38914" name="Title 1">
            <a:extLst>
              <a:ext uri="{FF2B5EF4-FFF2-40B4-BE49-F238E27FC236}">
                <a16:creationId xmlns:a16="http://schemas.microsoft.com/office/drawing/2014/main" id="{18AF9D32-0ECB-AD99-CF27-979D27AE0156}"/>
              </a:ext>
            </a:extLst>
          </p:cNvPr>
          <p:cNvSpPr>
            <a:spLocks noGrp="1"/>
          </p:cNvSpPr>
          <p:nvPr>
            <p:ph type="title" idx="4294967295"/>
          </p:nvPr>
        </p:nvSpPr>
        <p:spPr>
          <a:xfrm>
            <a:off x="-151622" y="749365"/>
            <a:ext cx="6652727" cy="714375"/>
          </a:xfrm>
        </p:spPr>
        <p:txBody>
          <a:bodyPr>
            <a:normAutofit/>
          </a:bodyPr>
          <a:lstStyle/>
          <a:p>
            <a:pPr algn="ctr"/>
            <a:r>
              <a:rPr lang="en-GB" altLang="it-IT" sz="3250" b="1">
                <a:latin typeface="Palatino Linotype"/>
              </a:rPr>
              <a:t>Influence of the Team Leader</a:t>
            </a:r>
            <a:endParaRPr lang="en-US"/>
          </a:p>
        </p:txBody>
      </p:sp>
    </p:spTree>
    <p:extLst>
      <p:ext uri="{BB962C8B-B14F-4D97-AF65-F5344CB8AC3E}">
        <p14:creationId xmlns:p14="http://schemas.microsoft.com/office/powerpoint/2010/main" val="63959039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Content Placeholder 2">
            <a:extLst>
              <a:ext uri="{FF2B5EF4-FFF2-40B4-BE49-F238E27FC236}">
                <a16:creationId xmlns:a16="http://schemas.microsoft.com/office/drawing/2014/main" id="{99EAFFF1-F5CB-6884-B0A8-66AC8110E002}"/>
              </a:ext>
            </a:extLst>
          </p:cNvPr>
          <p:cNvSpPr>
            <a:spLocks noGrp="1"/>
          </p:cNvSpPr>
          <p:nvPr>
            <p:ph type="body" sz="quarter" idx="10"/>
          </p:nvPr>
        </p:nvSpPr>
        <p:spPr>
          <a:xfrm>
            <a:off x="346467" y="1840776"/>
            <a:ext cx="7740302" cy="1388344"/>
          </a:xfrm>
        </p:spPr>
        <p:txBody>
          <a:bodyPr vert="horz" lIns="0" tIns="0" rIns="0" bIns="0" rtlCol="0" anchor="t">
            <a:noAutofit/>
          </a:bodyPr>
          <a:lstStyle/>
          <a:p>
            <a:pPr marL="342900" indent="-342900">
              <a:buChar char="•"/>
            </a:pPr>
            <a:r>
              <a:rPr lang="en-GB" altLang="en-US" sz="2400">
                <a:latin typeface="Palatino Linotype"/>
              </a:rPr>
              <a:t>I</a:t>
            </a:r>
            <a:r>
              <a:rPr lang="en-GB" altLang="en-US" sz="2800">
                <a:latin typeface="Palatino Linotype"/>
              </a:rPr>
              <a:t>t always involves not one but TWO tasks</a:t>
            </a:r>
            <a:endParaRPr lang="en-US"/>
          </a:p>
          <a:p>
            <a:pPr marL="513715" lvl="1" indent="-170815"/>
            <a:r>
              <a:rPr lang="en-GB" altLang="en-US" sz="2800"/>
              <a:t>The task itself</a:t>
            </a:r>
            <a:endParaRPr lang="en-GB" altLang="en-US" sz="2800">
              <a:cs typeface="Arial"/>
            </a:endParaRPr>
          </a:p>
          <a:p>
            <a:pPr marL="513715" lvl="1" indent="-170815"/>
            <a:r>
              <a:rPr lang="en-GB" altLang="en-US" sz="2800"/>
              <a:t>PLUS the larger and more difficult task of looking after the team and keeping it together in order to achieve the task</a:t>
            </a:r>
            <a:endParaRPr lang="en-GB" altLang="en-US" sz="2800">
              <a:cs typeface="Arial"/>
            </a:endParaRPr>
          </a:p>
          <a:p>
            <a:pPr marL="457200" indent="-457200">
              <a:buChar char="•"/>
            </a:pPr>
            <a:r>
              <a:rPr lang="en-GB" altLang="en-US" sz="2800">
                <a:latin typeface="Palatino Linotype"/>
              </a:rPr>
              <a:t>Some say it is 1/3 task and 2/3 team</a:t>
            </a:r>
          </a:p>
          <a:p>
            <a:pPr marL="457200" indent="-457200">
              <a:buChar char="•"/>
            </a:pPr>
            <a:r>
              <a:rPr lang="en-GB" altLang="en-US" sz="2800">
                <a:latin typeface="Palatino Linotype"/>
              </a:rPr>
              <a:t>As a student so far, you are used to doing tasks yourself </a:t>
            </a:r>
            <a:r>
              <a:rPr lang="en-GB" altLang="en-US" sz="2800" b="1">
                <a:latin typeface="Palatino Linotype"/>
              </a:rPr>
              <a:t>BUT</a:t>
            </a:r>
          </a:p>
          <a:p>
            <a:pPr marL="457200" indent="-457200">
              <a:buChar char="•"/>
            </a:pPr>
            <a:r>
              <a:rPr lang="en-GB" altLang="en-US" sz="2800">
                <a:latin typeface="Palatino Linotype"/>
              </a:rPr>
              <a:t>Being able to handle the team dimension is a vital step towards becoming a professional and being a MANAGER</a:t>
            </a:r>
          </a:p>
        </p:txBody>
      </p:sp>
      <p:sp>
        <p:nvSpPr>
          <p:cNvPr id="40962" name="Title 1">
            <a:extLst>
              <a:ext uri="{FF2B5EF4-FFF2-40B4-BE49-F238E27FC236}">
                <a16:creationId xmlns:a16="http://schemas.microsoft.com/office/drawing/2014/main" id="{F97D1CC7-30A4-6DB7-DBEF-0B2CC016A78E}"/>
              </a:ext>
            </a:extLst>
          </p:cNvPr>
          <p:cNvSpPr>
            <a:spLocks noGrp="1"/>
          </p:cNvSpPr>
          <p:nvPr>
            <p:ph type="title" idx="4294967295"/>
          </p:nvPr>
        </p:nvSpPr>
        <p:spPr>
          <a:xfrm>
            <a:off x="0" y="765175"/>
            <a:ext cx="7772400" cy="719138"/>
          </a:xfrm>
        </p:spPr>
        <p:txBody>
          <a:bodyPr>
            <a:normAutofit fontScale="90000"/>
          </a:bodyPr>
          <a:lstStyle/>
          <a:p>
            <a:pPr algn="ctr"/>
            <a:r>
              <a:rPr lang="en-GB" altLang="en-US" sz="3200" b="1">
                <a:latin typeface="Palatino Linotype"/>
              </a:rPr>
              <a:t>Every team task has a </a:t>
            </a:r>
            <a:br>
              <a:rPr lang="en-GB" altLang="en-US" sz="3200" b="1">
                <a:latin typeface="Palatino Linotype"/>
              </a:rPr>
            </a:br>
            <a:r>
              <a:rPr lang="en-GB" altLang="en-US" sz="3200" b="1">
                <a:latin typeface="Palatino Linotype"/>
              </a:rPr>
              <a:t>hidden challenge</a:t>
            </a:r>
          </a:p>
        </p:txBody>
      </p:sp>
    </p:spTree>
    <p:extLst>
      <p:ext uri="{BB962C8B-B14F-4D97-AF65-F5344CB8AC3E}">
        <p14:creationId xmlns:p14="http://schemas.microsoft.com/office/powerpoint/2010/main" val="1276895386"/>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0ACAA8C6-42B1-A874-5A31-E9255913579D}"/>
              </a:ext>
            </a:extLst>
          </p:cNvPr>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lstStyle>
            <a:lvl1pPr>
              <a:spcBef>
                <a:spcPct val="20000"/>
              </a:spcBef>
              <a:buClr>
                <a:srgbClr val="14406B"/>
              </a:buClr>
              <a:buChar char="•"/>
              <a:defRPr sz="2600">
                <a:solidFill>
                  <a:srgbClr val="636363"/>
                </a:solidFill>
                <a:latin typeface="Arial" panose="020B0604020202020204" pitchFamily="34" charset="0"/>
              </a:defRPr>
            </a:lvl1pPr>
            <a:lvl2pPr marL="742950" indent="-285750">
              <a:spcBef>
                <a:spcPct val="20000"/>
              </a:spcBef>
              <a:buChar char="–"/>
              <a:defRPr sz="2400">
                <a:solidFill>
                  <a:srgbClr val="636363"/>
                </a:solidFill>
                <a:latin typeface="Arial" panose="020B0604020202020204" pitchFamily="34" charset="0"/>
              </a:defRPr>
            </a:lvl2pPr>
            <a:lvl3pPr marL="1143000" indent="-228600">
              <a:spcBef>
                <a:spcPct val="20000"/>
              </a:spcBef>
              <a:buChar char="•"/>
              <a:defRPr sz="2200">
                <a:solidFill>
                  <a:srgbClr val="636363"/>
                </a:solidFill>
                <a:latin typeface="Arial" panose="020B0604020202020204" pitchFamily="34" charset="0"/>
              </a:defRPr>
            </a:lvl3pPr>
            <a:lvl4pPr marL="1600200" indent="-228600">
              <a:spcBef>
                <a:spcPct val="20000"/>
              </a:spcBef>
              <a:buChar char="–"/>
              <a:defRPr sz="2000">
                <a:solidFill>
                  <a:srgbClr val="636363"/>
                </a:solidFill>
                <a:latin typeface="Arial" panose="020B0604020202020204" pitchFamily="34" charset="0"/>
              </a:defRPr>
            </a:lvl4pPr>
            <a:lvl5pPr marL="2057400" indent="-228600">
              <a:spcBef>
                <a:spcPct val="20000"/>
              </a:spcBef>
              <a:buChar char="»"/>
              <a:defRPr sz="2000">
                <a:solidFill>
                  <a:srgbClr val="636363"/>
                </a:solidFill>
                <a:latin typeface="Arial" panose="020B0604020202020204" pitchFamily="34" charset="0"/>
              </a:defRPr>
            </a:lvl5pPr>
            <a:lvl6pPr marL="2514600" indent="-228600" eaLnBrk="0" fontAlgn="base" hangingPunct="0">
              <a:spcBef>
                <a:spcPct val="20000"/>
              </a:spcBef>
              <a:spcAft>
                <a:spcPct val="0"/>
              </a:spcAft>
              <a:buChar char="»"/>
              <a:defRPr sz="2000">
                <a:solidFill>
                  <a:srgbClr val="636363"/>
                </a:solidFill>
                <a:latin typeface="Arial" panose="020B0604020202020204" pitchFamily="34" charset="0"/>
              </a:defRPr>
            </a:lvl6pPr>
            <a:lvl7pPr marL="2971800" indent="-228600" eaLnBrk="0" fontAlgn="base" hangingPunct="0">
              <a:spcBef>
                <a:spcPct val="20000"/>
              </a:spcBef>
              <a:spcAft>
                <a:spcPct val="0"/>
              </a:spcAft>
              <a:buChar char="»"/>
              <a:defRPr sz="2000">
                <a:solidFill>
                  <a:srgbClr val="636363"/>
                </a:solidFill>
                <a:latin typeface="Arial" panose="020B0604020202020204" pitchFamily="34" charset="0"/>
              </a:defRPr>
            </a:lvl7pPr>
            <a:lvl8pPr marL="3429000" indent="-228600" eaLnBrk="0" fontAlgn="base" hangingPunct="0">
              <a:spcBef>
                <a:spcPct val="20000"/>
              </a:spcBef>
              <a:spcAft>
                <a:spcPct val="0"/>
              </a:spcAft>
              <a:buChar char="»"/>
              <a:defRPr sz="2000">
                <a:solidFill>
                  <a:srgbClr val="636363"/>
                </a:solidFill>
                <a:latin typeface="Arial" panose="020B0604020202020204" pitchFamily="34" charset="0"/>
              </a:defRPr>
            </a:lvl8pPr>
            <a:lvl9pPr marL="3886200" indent="-228600" eaLnBrk="0" fontAlgn="base" hangingPunct="0">
              <a:spcBef>
                <a:spcPct val="20000"/>
              </a:spcBef>
              <a:spcAft>
                <a:spcPct val="0"/>
              </a:spcAft>
              <a:buChar char="»"/>
              <a:defRPr sz="2000">
                <a:solidFill>
                  <a:srgbClr val="636363"/>
                </a:solidFill>
                <a:latin typeface="Arial" panose="020B0604020202020204" pitchFamily="34" charset="0"/>
              </a:defRPr>
            </a:lvl9pPr>
          </a:lstStyle>
          <a:p>
            <a:pPr>
              <a:spcBef>
                <a:spcPct val="0"/>
              </a:spcBef>
              <a:buClrTx/>
              <a:buFontTx/>
              <a:buNone/>
            </a:pPr>
            <a:endParaRPr lang="en-US" altLang="en-US" sz="1400">
              <a:solidFill>
                <a:schemeClr val="tx1"/>
              </a:solidFill>
            </a:endParaRPr>
          </a:p>
        </p:txBody>
      </p:sp>
      <p:sp>
        <p:nvSpPr>
          <p:cNvPr id="41987" name="Rectangle 3">
            <a:extLst>
              <a:ext uri="{FF2B5EF4-FFF2-40B4-BE49-F238E27FC236}">
                <a16:creationId xmlns:a16="http://schemas.microsoft.com/office/drawing/2014/main" id="{60E5242B-1B35-B679-8D3E-A36ED4E84BE3}"/>
              </a:ext>
            </a:extLst>
          </p:cNvPr>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rgbClr val="14406B"/>
              </a:buClr>
              <a:buChar char="•"/>
              <a:defRPr sz="2600">
                <a:solidFill>
                  <a:srgbClr val="636363"/>
                </a:solidFill>
                <a:latin typeface="Arial" panose="020B0604020202020204" pitchFamily="34" charset="0"/>
              </a:defRPr>
            </a:lvl1pPr>
            <a:lvl2pPr marL="742950" indent="-285750">
              <a:spcBef>
                <a:spcPct val="20000"/>
              </a:spcBef>
              <a:buChar char="–"/>
              <a:defRPr sz="2400">
                <a:solidFill>
                  <a:srgbClr val="636363"/>
                </a:solidFill>
                <a:latin typeface="Arial" panose="020B0604020202020204" pitchFamily="34" charset="0"/>
              </a:defRPr>
            </a:lvl2pPr>
            <a:lvl3pPr marL="1143000" indent="-228600">
              <a:spcBef>
                <a:spcPct val="20000"/>
              </a:spcBef>
              <a:buChar char="•"/>
              <a:defRPr sz="2200">
                <a:solidFill>
                  <a:srgbClr val="636363"/>
                </a:solidFill>
                <a:latin typeface="Arial" panose="020B0604020202020204" pitchFamily="34" charset="0"/>
              </a:defRPr>
            </a:lvl3pPr>
            <a:lvl4pPr marL="1600200" indent="-228600">
              <a:spcBef>
                <a:spcPct val="20000"/>
              </a:spcBef>
              <a:buChar char="–"/>
              <a:defRPr sz="2000">
                <a:solidFill>
                  <a:srgbClr val="636363"/>
                </a:solidFill>
                <a:latin typeface="Arial" panose="020B0604020202020204" pitchFamily="34" charset="0"/>
              </a:defRPr>
            </a:lvl4pPr>
            <a:lvl5pPr marL="2057400" indent="-228600">
              <a:spcBef>
                <a:spcPct val="20000"/>
              </a:spcBef>
              <a:buChar char="»"/>
              <a:defRPr sz="2000">
                <a:solidFill>
                  <a:srgbClr val="636363"/>
                </a:solidFill>
                <a:latin typeface="Arial" panose="020B0604020202020204" pitchFamily="34" charset="0"/>
              </a:defRPr>
            </a:lvl5pPr>
            <a:lvl6pPr marL="2514600" indent="-228600" eaLnBrk="0" fontAlgn="base" hangingPunct="0">
              <a:spcBef>
                <a:spcPct val="20000"/>
              </a:spcBef>
              <a:spcAft>
                <a:spcPct val="0"/>
              </a:spcAft>
              <a:buChar char="»"/>
              <a:defRPr sz="2000">
                <a:solidFill>
                  <a:srgbClr val="636363"/>
                </a:solidFill>
                <a:latin typeface="Arial" panose="020B0604020202020204" pitchFamily="34" charset="0"/>
              </a:defRPr>
            </a:lvl6pPr>
            <a:lvl7pPr marL="2971800" indent="-228600" eaLnBrk="0" fontAlgn="base" hangingPunct="0">
              <a:spcBef>
                <a:spcPct val="20000"/>
              </a:spcBef>
              <a:spcAft>
                <a:spcPct val="0"/>
              </a:spcAft>
              <a:buChar char="»"/>
              <a:defRPr sz="2000">
                <a:solidFill>
                  <a:srgbClr val="636363"/>
                </a:solidFill>
                <a:latin typeface="Arial" panose="020B0604020202020204" pitchFamily="34" charset="0"/>
              </a:defRPr>
            </a:lvl7pPr>
            <a:lvl8pPr marL="3429000" indent="-228600" eaLnBrk="0" fontAlgn="base" hangingPunct="0">
              <a:spcBef>
                <a:spcPct val="20000"/>
              </a:spcBef>
              <a:spcAft>
                <a:spcPct val="0"/>
              </a:spcAft>
              <a:buChar char="»"/>
              <a:defRPr sz="2000">
                <a:solidFill>
                  <a:srgbClr val="636363"/>
                </a:solidFill>
                <a:latin typeface="Arial" panose="020B0604020202020204" pitchFamily="34" charset="0"/>
              </a:defRPr>
            </a:lvl8pPr>
            <a:lvl9pPr marL="3886200" indent="-228600" eaLnBrk="0" fontAlgn="base" hangingPunct="0">
              <a:spcBef>
                <a:spcPct val="20000"/>
              </a:spcBef>
              <a:spcAft>
                <a:spcPct val="0"/>
              </a:spcAft>
              <a:buChar char="»"/>
              <a:defRPr sz="2000">
                <a:solidFill>
                  <a:srgbClr val="636363"/>
                </a:solidFill>
                <a:latin typeface="Arial" panose="020B0604020202020204" pitchFamily="34" charset="0"/>
              </a:defRPr>
            </a:lvl9pPr>
          </a:lstStyle>
          <a:p>
            <a:pPr>
              <a:spcBef>
                <a:spcPct val="0"/>
              </a:spcBef>
              <a:buClrTx/>
              <a:buFontTx/>
              <a:buNone/>
            </a:pPr>
            <a:endParaRPr lang="en-US" altLang="en-US" sz="2400">
              <a:solidFill>
                <a:schemeClr val="tx1"/>
              </a:solidFill>
              <a:latin typeface="Times" panose="02020603050405020304" pitchFamily="18" charset="0"/>
            </a:endParaRPr>
          </a:p>
        </p:txBody>
      </p:sp>
      <p:sp>
        <p:nvSpPr>
          <p:cNvPr id="41989" name="Rectangle 5">
            <a:extLst>
              <a:ext uri="{FF2B5EF4-FFF2-40B4-BE49-F238E27FC236}">
                <a16:creationId xmlns:a16="http://schemas.microsoft.com/office/drawing/2014/main" id="{ED4CCAD3-ED49-EBC6-A18E-93CF54820310}"/>
              </a:ext>
            </a:extLst>
          </p:cNvPr>
          <p:cNvSpPr>
            <a:spLocks noGrp="1" noChangeArrowheads="1"/>
          </p:cNvSpPr>
          <p:nvPr>
            <p:ph type="body" sz="quarter" idx="10"/>
          </p:nvPr>
        </p:nvSpPr>
        <p:spPr>
          <a:xfrm>
            <a:off x="276488" y="1584184"/>
            <a:ext cx="6375700" cy="1388344"/>
          </a:xfrm>
        </p:spPr>
        <p:txBody>
          <a:bodyPr vert="horz" lIns="90488" tIns="44450" rIns="90488" bIns="44450" rtlCol="0" anchor="t">
            <a:noAutofit/>
          </a:bodyPr>
          <a:lstStyle/>
          <a:p>
            <a:pPr marL="457200" indent="-457200">
              <a:buChar char="•"/>
            </a:pPr>
            <a:r>
              <a:rPr lang="en-GB" altLang="en-US" sz="3200">
                <a:latin typeface="Palatino Linotype"/>
              </a:rPr>
              <a:t>Members have dual roles: job and team usually selected on basis of job role</a:t>
            </a:r>
            <a:endParaRPr lang="en-US"/>
          </a:p>
          <a:p>
            <a:pPr marL="457200" indent="-457200">
              <a:buChar char="•"/>
            </a:pPr>
            <a:r>
              <a:rPr lang="en-GB" altLang="en-US" sz="3200">
                <a:latin typeface="Palatino Linotype"/>
              </a:rPr>
              <a:t>Team roles based on four principal factors</a:t>
            </a:r>
            <a:endParaRPr lang="en-GB"/>
          </a:p>
          <a:p>
            <a:pPr marL="513715" lvl="1" indent="-170815"/>
            <a:r>
              <a:rPr lang="en-GB" altLang="en-US" sz="3200"/>
              <a:t>intelligence</a:t>
            </a:r>
            <a:endParaRPr lang="en-GB" altLang="en-US" sz="3200">
              <a:cs typeface="Arial"/>
            </a:endParaRPr>
          </a:p>
          <a:p>
            <a:pPr marL="513715" lvl="1" indent="-170815"/>
            <a:r>
              <a:rPr lang="en-GB" altLang="en-US" sz="3200"/>
              <a:t>dominance</a:t>
            </a:r>
            <a:endParaRPr lang="en-GB" altLang="en-US" sz="3200">
              <a:cs typeface="Arial"/>
            </a:endParaRPr>
          </a:p>
          <a:p>
            <a:pPr marL="513715" lvl="1" indent="-170815"/>
            <a:r>
              <a:rPr lang="en-GB" altLang="en-US" sz="3200"/>
              <a:t>extroversion</a:t>
            </a:r>
            <a:endParaRPr lang="en-GB" altLang="en-US" sz="3200">
              <a:cs typeface="Arial"/>
            </a:endParaRPr>
          </a:p>
          <a:p>
            <a:pPr marL="513715" lvl="1" indent="-170815"/>
            <a:r>
              <a:rPr lang="en-GB" altLang="en-US" sz="3200"/>
              <a:t>stability/anxiety</a:t>
            </a:r>
            <a:endParaRPr lang="en-GB" altLang="en-US" sz="3200">
              <a:cs typeface="Arial"/>
            </a:endParaRPr>
          </a:p>
          <a:p>
            <a:pPr>
              <a:buFont typeface="Arial"/>
              <a:buChar char="•"/>
            </a:pPr>
            <a:endParaRPr lang="en-GB" altLang="en-US" sz="3200"/>
          </a:p>
        </p:txBody>
      </p:sp>
      <p:sp>
        <p:nvSpPr>
          <p:cNvPr id="41988" name="Rectangle 4">
            <a:extLst>
              <a:ext uri="{FF2B5EF4-FFF2-40B4-BE49-F238E27FC236}">
                <a16:creationId xmlns:a16="http://schemas.microsoft.com/office/drawing/2014/main" id="{571ADADD-8848-1516-F4C4-542CE5A41AC3}"/>
              </a:ext>
            </a:extLst>
          </p:cNvPr>
          <p:cNvSpPr>
            <a:spLocks noGrp="1" noChangeArrowheads="1"/>
          </p:cNvSpPr>
          <p:nvPr>
            <p:ph type="title" idx="4294967295"/>
          </p:nvPr>
        </p:nvSpPr>
        <p:spPr>
          <a:xfrm>
            <a:off x="0" y="365125"/>
            <a:ext cx="7886700" cy="929012"/>
          </a:xfrm>
        </p:spPr>
        <p:txBody>
          <a:bodyPr lIns="90488" tIns="44450" rIns="90488" bIns="44450" anchor="ctr">
            <a:normAutofit/>
          </a:bodyPr>
          <a:lstStyle/>
          <a:p>
            <a:pPr algn="ctr"/>
            <a:r>
              <a:rPr lang="en-GB" altLang="en-US" sz="3250" b="1">
                <a:latin typeface="Palatino Linotype"/>
              </a:rPr>
              <a:t>Belbin’s TEAM ROLES</a:t>
            </a:r>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Text Placeholder 41">
            <a:extLst>
              <a:ext uri="{FF2B5EF4-FFF2-40B4-BE49-F238E27FC236}">
                <a16:creationId xmlns:a16="http://schemas.microsoft.com/office/drawing/2014/main" id="{203B83F2-28DC-CF9C-2068-416FD792972A}"/>
              </a:ext>
            </a:extLst>
          </p:cNvPr>
          <p:cNvSpPr>
            <a:spLocks noGrp="1"/>
          </p:cNvSpPr>
          <p:nvPr>
            <p:ph type="body" sz="quarter" idx="10"/>
          </p:nvPr>
        </p:nvSpPr>
        <p:spPr/>
        <p:txBody>
          <a:bodyPr/>
          <a:lstStyle/>
          <a:p>
            <a:r>
              <a:rPr lang="en-GB" dirty="0"/>
              <a:t> </a:t>
            </a:r>
          </a:p>
        </p:txBody>
      </p:sp>
      <p:sp>
        <p:nvSpPr>
          <p:cNvPr id="44034" name="Title 1">
            <a:extLst>
              <a:ext uri="{FF2B5EF4-FFF2-40B4-BE49-F238E27FC236}">
                <a16:creationId xmlns:a16="http://schemas.microsoft.com/office/drawing/2014/main" id="{5126ACB8-CF03-5307-FB7D-D4C9323D0FA0}"/>
              </a:ext>
            </a:extLst>
          </p:cNvPr>
          <p:cNvSpPr>
            <a:spLocks noGrp="1"/>
          </p:cNvSpPr>
          <p:nvPr>
            <p:ph type="title" idx="4294967295"/>
          </p:nvPr>
        </p:nvSpPr>
        <p:spPr>
          <a:xfrm>
            <a:off x="249530" y="692150"/>
            <a:ext cx="8894470" cy="792163"/>
          </a:xfrm>
        </p:spPr>
        <p:txBody>
          <a:bodyPr>
            <a:normAutofit/>
          </a:bodyPr>
          <a:lstStyle/>
          <a:p>
            <a:r>
              <a:rPr lang="en-GB" altLang="en-US" sz="3250" b="1">
                <a:latin typeface="Palatino Linotype"/>
              </a:rPr>
              <a:t>Belbin’s Team Roles</a:t>
            </a:r>
          </a:p>
        </p:txBody>
      </p:sp>
      <p:graphicFrame>
        <p:nvGraphicFramePr>
          <p:cNvPr id="7" name="Content Placeholder 6">
            <a:extLst>
              <a:ext uri="{FF2B5EF4-FFF2-40B4-BE49-F238E27FC236}">
                <a16:creationId xmlns:a16="http://schemas.microsoft.com/office/drawing/2014/main" id="{1E8ED515-765D-200C-FA5D-C8D189D9271B}"/>
              </a:ext>
            </a:extLst>
          </p:cNvPr>
          <p:cNvGraphicFramePr>
            <a:graphicFrameLocks noGrp="1"/>
          </p:cNvGraphicFramePr>
          <p:nvPr>
            <p:ph idx="4294967295"/>
            <p:extLst>
              <p:ext uri="{D42A27DB-BD31-4B8C-83A1-F6EECF244321}">
                <p14:modId xmlns:p14="http://schemas.microsoft.com/office/powerpoint/2010/main" val="3079262262"/>
              </p:ext>
            </p:extLst>
          </p:nvPr>
        </p:nvGraphicFramePr>
        <p:xfrm>
          <a:off x="108744" y="1789113"/>
          <a:ext cx="8640762" cy="43767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4036" name="Oval 4">
            <a:extLst>
              <a:ext uri="{FF2B5EF4-FFF2-40B4-BE49-F238E27FC236}">
                <a16:creationId xmlns:a16="http://schemas.microsoft.com/office/drawing/2014/main" id="{01CBA352-6350-6BEA-92A6-056FC2027DE1}"/>
              </a:ext>
            </a:extLst>
          </p:cNvPr>
          <p:cNvSpPr>
            <a:spLocks noChangeArrowheads="1"/>
          </p:cNvSpPr>
          <p:nvPr/>
        </p:nvSpPr>
        <p:spPr bwMode="auto">
          <a:xfrm>
            <a:off x="1285875" y="2357438"/>
            <a:ext cx="6286500" cy="2557462"/>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marL="342900" indent="-342900">
              <a:spcBef>
                <a:spcPct val="20000"/>
              </a:spcBef>
              <a:buClr>
                <a:srgbClr val="14406B"/>
              </a:buClr>
              <a:buChar char="•"/>
              <a:defRPr sz="2600">
                <a:solidFill>
                  <a:srgbClr val="636363"/>
                </a:solidFill>
                <a:latin typeface="Arial" panose="020B0604020202020204" pitchFamily="34" charset="0"/>
              </a:defRPr>
            </a:lvl1pPr>
            <a:lvl2pPr marL="742950" indent="-285750">
              <a:spcBef>
                <a:spcPct val="20000"/>
              </a:spcBef>
              <a:buChar char="–"/>
              <a:defRPr sz="2400">
                <a:solidFill>
                  <a:srgbClr val="636363"/>
                </a:solidFill>
                <a:latin typeface="Arial" panose="020B0604020202020204" pitchFamily="34" charset="0"/>
              </a:defRPr>
            </a:lvl2pPr>
            <a:lvl3pPr marL="1143000" indent="-228600">
              <a:spcBef>
                <a:spcPct val="20000"/>
              </a:spcBef>
              <a:buChar char="•"/>
              <a:defRPr sz="2200">
                <a:solidFill>
                  <a:srgbClr val="636363"/>
                </a:solidFill>
                <a:latin typeface="Arial" panose="020B0604020202020204" pitchFamily="34" charset="0"/>
              </a:defRPr>
            </a:lvl3pPr>
            <a:lvl4pPr marL="1600200" indent="-228600">
              <a:spcBef>
                <a:spcPct val="20000"/>
              </a:spcBef>
              <a:buChar char="–"/>
              <a:defRPr sz="2000">
                <a:solidFill>
                  <a:srgbClr val="636363"/>
                </a:solidFill>
                <a:latin typeface="Arial" panose="020B0604020202020204" pitchFamily="34" charset="0"/>
              </a:defRPr>
            </a:lvl4pPr>
            <a:lvl5pPr marL="2057400" indent="-228600">
              <a:spcBef>
                <a:spcPct val="20000"/>
              </a:spcBef>
              <a:buChar char="»"/>
              <a:defRPr sz="2000">
                <a:solidFill>
                  <a:srgbClr val="636363"/>
                </a:solidFill>
                <a:latin typeface="Arial" panose="020B0604020202020204" pitchFamily="34" charset="0"/>
              </a:defRPr>
            </a:lvl5pPr>
            <a:lvl6pPr marL="2514600" indent="-228600" eaLnBrk="0" fontAlgn="base" hangingPunct="0">
              <a:spcBef>
                <a:spcPct val="20000"/>
              </a:spcBef>
              <a:spcAft>
                <a:spcPct val="0"/>
              </a:spcAft>
              <a:buChar char="»"/>
              <a:defRPr sz="2000">
                <a:solidFill>
                  <a:srgbClr val="636363"/>
                </a:solidFill>
                <a:latin typeface="Arial" panose="020B0604020202020204" pitchFamily="34" charset="0"/>
              </a:defRPr>
            </a:lvl6pPr>
            <a:lvl7pPr marL="2971800" indent="-228600" eaLnBrk="0" fontAlgn="base" hangingPunct="0">
              <a:spcBef>
                <a:spcPct val="20000"/>
              </a:spcBef>
              <a:spcAft>
                <a:spcPct val="0"/>
              </a:spcAft>
              <a:buChar char="»"/>
              <a:defRPr sz="2000">
                <a:solidFill>
                  <a:srgbClr val="636363"/>
                </a:solidFill>
                <a:latin typeface="Arial" panose="020B0604020202020204" pitchFamily="34" charset="0"/>
              </a:defRPr>
            </a:lvl7pPr>
            <a:lvl8pPr marL="3429000" indent="-228600" eaLnBrk="0" fontAlgn="base" hangingPunct="0">
              <a:spcBef>
                <a:spcPct val="20000"/>
              </a:spcBef>
              <a:spcAft>
                <a:spcPct val="0"/>
              </a:spcAft>
              <a:buChar char="»"/>
              <a:defRPr sz="2000">
                <a:solidFill>
                  <a:srgbClr val="636363"/>
                </a:solidFill>
                <a:latin typeface="Arial" panose="020B0604020202020204" pitchFamily="34" charset="0"/>
              </a:defRPr>
            </a:lvl8pPr>
            <a:lvl9pPr marL="3886200" indent="-228600" eaLnBrk="0" fontAlgn="base" hangingPunct="0">
              <a:spcBef>
                <a:spcPct val="20000"/>
              </a:spcBef>
              <a:spcAft>
                <a:spcPct val="0"/>
              </a:spcAft>
              <a:buChar char="»"/>
              <a:defRPr sz="2000">
                <a:solidFill>
                  <a:srgbClr val="636363"/>
                </a:solidFill>
                <a:latin typeface="Arial" panose="020B0604020202020204" pitchFamily="34" charset="0"/>
              </a:defRPr>
            </a:lvl9pPr>
          </a:lstStyle>
          <a:p>
            <a:pPr>
              <a:spcBef>
                <a:spcPct val="0"/>
              </a:spcBef>
              <a:buClrTx/>
              <a:buFontTx/>
              <a:buNone/>
            </a:pPr>
            <a:endParaRPr lang="en-GB" altLang="en-US" sz="2400">
              <a:solidFill>
                <a:schemeClr val="tx1"/>
              </a:solidFill>
              <a:latin typeface="Times" panose="02020603050405020304" pitchFamily="18" charset="0"/>
            </a:endParaRPr>
          </a:p>
        </p:txBody>
      </p:sp>
      <p:sp>
        <p:nvSpPr>
          <p:cNvPr id="10" name="Rounded Rectangle 4">
            <a:extLst>
              <a:ext uri="{FF2B5EF4-FFF2-40B4-BE49-F238E27FC236}">
                <a16:creationId xmlns:a16="http://schemas.microsoft.com/office/drawing/2014/main" id="{5B74BB68-BA4C-751E-EA18-76FD26F7342C}"/>
              </a:ext>
            </a:extLst>
          </p:cNvPr>
          <p:cNvSpPr/>
          <p:nvPr/>
        </p:nvSpPr>
        <p:spPr>
          <a:xfrm>
            <a:off x="3938588" y="3032125"/>
            <a:ext cx="1266825" cy="793750"/>
          </a:xfrm>
          <a:prstGeom prst="rect">
            <a:avLst/>
          </a:prstGeom>
        </p:spPr>
        <p:style>
          <a:lnRef idx="0">
            <a:scrgbClr r="0" g="0" b="0"/>
          </a:lnRef>
          <a:fillRef idx="0">
            <a:scrgbClr r="0" g="0" b="0"/>
          </a:fillRef>
          <a:effectRef idx="0">
            <a:scrgbClr r="0" g="0" b="0"/>
          </a:effectRef>
          <a:fontRef idx="minor">
            <a:schemeClr val="lt1"/>
          </a:fontRef>
        </p:style>
        <p:txBody>
          <a:bodyPr lIns="53340" tIns="53340" rIns="53340" bIns="53340" spcCol="1270" anchor="ctr"/>
          <a:lstStyle/>
          <a:p>
            <a:pPr algn="ctr" defTabSz="622300">
              <a:lnSpc>
                <a:spcPct val="90000"/>
              </a:lnSpc>
              <a:spcAft>
                <a:spcPct val="35000"/>
              </a:spcAft>
              <a:defRPr/>
            </a:pPr>
            <a:r>
              <a:rPr lang="en-GB" sz="1400"/>
              <a:t>Plant</a:t>
            </a:r>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9" name="Content Placeholder 2">
            <a:extLst>
              <a:ext uri="{FF2B5EF4-FFF2-40B4-BE49-F238E27FC236}">
                <a16:creationId xmlns:a16="http://schemas.microsoft.com/office/drawing/2014/main" id="{2AD94406-5CD9-3F2A-47BE-BEEF118D843B}"/>
              </a:ext>
            </a:extLst>
          </p:cNvPr>
          <p:cNvSpPr>
            <a:spLocks noGrp="1"/>
          </p:cNvSpPr>
          <p:nvPr>
            <p:ph type="body" sz="quarter" idx="10"/>
          </p:nvPr>
        </p:nvSpPr>
        <p:spPr>
          <a:xfrm>
            <a:off x="614723" y="2039051"/>
            <a:ext cx="7087159" cy="1388344"/>
          </a:xfrm>
        </p:spPr>
        <p:txBody>
          <a:bodyPr vert="horz" lIns="0" tIns="0" rIns="0" bIns="0" rtlCol="0" anchor="t">
            <a:noAutofit/>
          </a:bodyPr>
          <a:lstStyle/>
          <a:p>
            <a:pPr>
              <a:buFont typeface="Wingdings" panose="05000000000000000000" pitchFamily="2" charset="2"/>
              <a:buNone/>
            </a:pPr>
            <a:r>
              <a:rPr lang="en-GB" altLang="en-US" sz="3200" b="1" i="1">
                <a:latin typeface="Palatino Linotype"/>
              </a:rPr>
              <a:t>Strengths:</a:t>
            </a:r>
          </a:p>
          <a:p>
            <a:r>
              <a:rPr lang="en-GB" altLang="en-US" sz="3200">
                <a:latin typeface="Palatino Linotype"/>
              </a:rPr>
              <a:t>Creative, imaginative, unorthodox. </a:t>
            </a:r>
          </a:p>
          <a:p>
            <a:r>
              <a:rPr lang="en-GB" altLang="en-US" sz="3200">
                <a:latin typeface="Palatino Linotype"/>
              </a:rPr>
              <a:t>Solves difficult problems</a:t>
            </a:r>
          </a:p>
          <a:p>
            <a:endParaRPr lang="en-GB" altLang="en-US" sz="3200" b="1" i="1">
              <a:latin typeface="Palatino Linotype"/>
            </a:endParaRPr>
          </a:p>
          <a:p>
            <a:pPr>
              <a:buFont typeface="Wingdings" panose="05000000000000000000" pitchFamily="2" charset="2"/>
              <a:buNone/>
            </a:pPr>
            <a:r>
              <a:rPr lang="en-GB" altLang="en-US" sz="3200" b="1" i="1">
                <a:latin typeface="Palatino Linotype"/>
              </a:rPr>
              <a:t>Allowable weaknesses</a:t>
            </a:r>
            <a:r>
              <a:rPr lang="en-GB" altLang="en-US" sz="3200">
                <a:latin typeface="Palatino Linotype"/>
              </a:rPr>
              <a:t>: </a:t>
            </a:r>
            <a:endParaRPr lang="en-GB"/>
          </a:p>
          <a:p>
            <a:r>
              <a:rPr lang="en-GB" altLang="en-US" sz="3200">
                <a:latin typeface="Palatino Linotype"/>
              </a:rPr>
              <a:t> ignores details, too pre-occupied to communicate effectively</a:t>
            </a:r>
          </a:p>
        </p:txBody>
      </p:sp>
      <p:sp>
        <p:nvSpPr>
          <p:cNvPr id="45058" name="Title 1">
            <a:extLst>
              <a:ext uri="{FF2B5EF4-FFF2-40B4-BE49-F238E27FC236}">
                <a16:creationId xmlns:a16="http://schemas.microsoft.com/office/drawing/2014/main" id="{9C5958E4-4BEF-1061-7321-4D6EF2E20F68}"/>
              </a:ext>
            </a:extLst>
          </p:cNvPr>
          <p:cNvSpPr>
            <a:spLocks noGrp="1"/>
          </p:cNvSpPr>
          <p:nvPr>
            <p:ph type="title" idx="4294967295"/>
          </p:nvPr>
        </p:nvSpPr>
        <p:spPr>
          <a:xfrm>
            <a:off x="0" y="765175"/>
            <a:ext cx="6121400" cy="890588"/>
          </a:xfrm>
        </p:spPr>
        <p:txBody>
          <a:bodyPr>
            <a:normAutofit/>
          </a:bodyPr>
          <a:lstStyle/>
          <a:p>
            <a:r>
              <a:rPr lang="en-GB" altLang="en-US" sz="3250" b="1">
                <a:latin typeface="Palatino Linotype"/>
              </a:rPr>
              <a:t>The Nine Team Roles! Plant:</a:t>
            </a:r>
          </a:p>
        </p:txBody>
      </p:sp>
      <p:pic>
        <p:nvPicPr>
          <p:cNvPr id="45060" name="Picture 6" descr="C:\Documents and Settings\55096613\Local Settings\Temporary Internet Files\Content.IE5\DBMNTVW1\MCNA00018_0000[1].wmf">
            <a:extLst>
              <a:ext uri="{FF2B5EF4-FFF2-40B4-BE49-F238E27FC236}">
                <a16:creationId xmlns:a16="http://schemas.microsoft.com/office/drawing/2014/main" id="{63A53FD6-2F89-A42B-C270-0256D597200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7358063" y="4365625"/>
            <a:ext cx="1357312" cy="172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3" name="Content Placeholder 2">
            <a:extLst>
              <a:ext uri="{FF2B5EF4-FFF2-40B4-BE49-F238E27FC236}">
                <a16:creationId xmlns:a16="http://schemas.microsoft.com/office/drawing/2014/main" id="{8BDBB8FC-37EF-7F73-66CA-B19C1C3630F8}"/>
              </a:ext>
            </a:extLst>
          </p:cNvPr>
          <p:cNvSpPr>
            <a:spLocks noGrp="1"/>
          </p:cNvSpPr>
          <p:nvPr>
            <p:ph type="body" sz="quarter" idx="10"/>
          </p:nvPr>
        </p:nvSpPr>
        <p:spPr>
          <a:xfrm>
            <a:off x="369794" y="1584184"/>
            <a:ext cx="6375700" cy="1388344"/>
          </a:xfrm>
        </p:spPr>
        <p:txBody>
          <a:bodyPr vert="horz" lIns="0" tIns="0" rIns="0" bIns="0" rtlCol="0" anchor="t">
            <a:noAutofit/>
          </a:bodyPr>
          <a:lstStyle/>
          <a:p>
            <a:r>
              <a:rPr lang="en-GB" altLang="en-US" sz="3200" b="1" i="1">
                <a:latin typeface="Palatino Linotype"/>
              </a:rPr>
              <a:t>Strengths:</a:t>
            </a:r>
            <a:endParaRPr lang="en-US"/>
          </a:p>
          <a:p>
            <a:r>
              <a:rPr lang="en-GB" altLang="en-US" sz="3200">
                <a:latin typeface="Palatino Linotype"/>
              </a:rPr>
              <a:t>Extrovert, enthusiastic, communicative.  </a:t>
            </a:r>
          </a:p>
          <a:p>
            <a:r>
              <a:rPr lang="en-GB" altLang="en-US" sz="3200">
                <a:latin typeface="Palatino Linotype"/>
              </a:rPr>
              <a:t>Explores opportunities; develops contacts</a:t>
            </a:r>
          </a:p>
          <a:p>
            <a:endParaRPr lang="en-GB" altLang="en-US" sz="3200">
              <a:latin typeface="Palatino Linotype"/>
            </a:endParaRPr>
          </a:p>
          <a:p>
            <a:r>
              <a:rPr lang="en-GB" altLang="en-US" sz="3200" b="1" i="1">
                <a:latin typeface="Palatino Linotype"/>
              </a:rPr>
              <a:t>Allowable weaknesses: </a:t>
            </a:r>
          </a:p>
          <a:p>
            <a:r>
              <a:rPr lang="en-GB" altLang="en-US" sz="3200">
                <a:latin typeface="Palatino Linotype"/>
              </a:rPr>
              <a:t>Over optimistic.  </a:t>
            </a:r>
          </a:p>
          <a:p>
            <a:r>
              <a:rPr lang="en-GB" altLang="en-US" sz="3200">
                <a:latin typeface="Palatino Linotype"/>
              </a:rPr>
              <a:t>Loses interest once initial enthusiasm has passed</a:t>
            </a:r>
          </a:p>
        </p:txBody>
      </p:sp>
      <p:sp>
        <p:nvSpPr>
          <p:cNvPr id="46082" name="Title 1">
            <a:extLst>
              <a:ext uri="{FF2B5EF4-FFF2-40B4-BE49-F238E27FC236}">
                <a16:creationId xmlns:a16="http://schemas.microsoft.com/office/drawing/2014/main" id="{2DE1F19B-903B-4290-A0F2-E0B1CA73D4B7}"/>
              </a:ext>
            </a:extLst>
          </p:cNvPr>
          <p:cNvSpPr>
            <a:spLocks noGrp="1"/>
          </p:cNvSpPr>
          <p:nvPr>
            <p:ph type="title" idx="4294967295"/>
          </p:nvPr>
        </p:nvSpPr>
        <p:spPr>
          <a:xfrm>
            <a:off x="0" y="692150"/>
            <a:ext cx="5111750" cy="522288"/>
          </a:xfrm>
        </p:spPr>
        <p:txBody>
          <a:bodyPr>
            <a:noAutofit/>
          </a:bodyPr>
          <a:lstStyle/>
          <a:p>
            <a:r>
              <a:rPr lang="en-GB" altLang="en-US" sz="3250" b="1" i="1">
                <a:latin typeface="Palatino Linotype"/>
              </a:rPr>
              <a:t>Resource Investigator:</a:t>
            </a:r>
            <a:endParaRPr lang="en-GB" altLang="en-US" sz="3250">
              <a:latin typeface="Palatino Linotype"/>
            </a:endParaRPr>
          </a:p>
        </p:txBody>
      </p:sp>
      <p:pic>
        <p:nvPicPr>
          <p:cNvPr id="46084" name="Picture 2" descr="C:\Program Files\Microsoft Office\MEDIA\CAGCAT10\j0149481.wmf">
            <a:extLst>
              <a:ext uri="{FF2B5EF4-FFF2-40B4-BE49-F238E27FC236}">
                <a16:creationId xmlns:a16="http://schemas.microsoft.com/office/drawing/2014/main" id="{ECA38151-87A9-76A3-48AA-432EBB59E29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32588" y="3284538"/>
            <a:ext cx="2411412" cy="2305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Content Placeholder 2">
            <a:extLst>
              <a:ext uri="{FF2B5EF4-FFF2-40B4-BE49-F238E27FC236}">
                <a16:creationId xmlns:a16="http://schemas.microsoft.com/office/drawing/2014/main" id="{493CCBA7-3081-D0CC-4911-BBF65BC507FF}"/>
              </a:ext>
            </a:extLst>
          </p:cNvPr>
          <p:cNvSpPr>
            <a:spLocks noGrp="1"/>
          </p:cNvSpPr>
          <p:nvPr>
            <p:ph type="body" sz="quarter" idx="10"/>
          </p:nvPr>
        </p:nvSpPr>
        <p:spPr>
          <a:xfrm>
            <a:off x="498090" y="2039051"/>
            <a:ext cx="6375700" cy="1388344"/>
          </a:xfrm>
        </p:spPr>
        <p:txBody>
          <a:bodyPr vert="horz" lIns="0" tIns="0" rIns="0" bIns="0" rtlCol="0" anchor="t">
            <a:noAutofit/>
          </a:bodyPr>
          <a:lstStyle/>
          <a:p>
            <a:pPr>
              <a:buFont typeface="Wingdings" panose="05000000000000000000" pitchFamily="2" charset="2"/>
              <a:buNone/>
            </a:pPr>
            <a:r>
              <a:rPr lang="en-GB" altLang="en-US" sz="2800" b="1" i="1">
                <a:latin typeface="Palatino Linotype"/>
              </a:rPr>
              <a:t>Strengths:</a:t>
            </a:r>
          </a:p>
          <a:p>
            <a:r>
              <a:rPr lang="en-GB" altLang="en-US" sz="2800">
                <a:latin typeface="Palatino Linotype"/>
              </a:rPr>
              <a:t>Mature, confident, a good chair-person. </a:t>
            </a:r>
          </a:p>
          <a:p>
            <a:r>
              <a:rPr lang="en-GB" altLang="en-US" sz="2800">
                <a:latin typeface="Palatino Linotype"/>
              </a:rPr>
              <a:t>Clarifies goals, promotes decision making, delegates well</a:t>
            </a:r>
          </a:p>
          <a:p>
            <a:endParaRPr lang="en-GB" altLang="en-US" sz="2800">
              <a:latin typeface="Palatino Linotype"/>
            </a:endParaRPr>
          </a:p>
          <a:p>
            <a:pPr>
              <a:buFont typeface="Wingdings" panose="05000000000000000000" pitchFamily="2" charset="2"/>
              <a:buNone/>
            </a:pPr>
            <a:r>
              <a:rPr lang="en-GB" altLang="en-US" sz="2800" b="1" i="1">
                <a:latin typeface="Palatino Linotype"/>
              </a:rPr>
              <a:t>Allowable weaknesses: </a:t>
            </a:r>
          </a:p>
          <a:p>
            <a:r>
              <a:rPr lang="en-GB" altLang="en-US" sz="2800">
                <a:latin typeface="Palatino Linotype"/>
              </a:rPr>
              <a:t>Can be seen as manipulative.  Delegates personal work</a:t>
            </a:r>
          </a:p>
        </p:txBody>
      </p:sp>
      <p:sp>
        <p:nvSpPr>
          <p:cNvPr id="47106" name="Title 1">
            <a:extLst>
              <a:ext uri="{FF2B5EF4-FFF2-40B4-BE49-F238E27FC236}">
                <a16:creationId xmlns:a16="http://schemas.microsoft.com/office/drawing/2014/main" id="{7E2766CD-F2CC-4D54-C037-C333A85631CE}"/>
              </a:ext>
            </a:extLst>
          </p:cNvPr>
          <p:cNvSpPr>
            <a:spLocks noGrp="1"/>
          </p:cNvSpPr>
          <p:nvPr>
            <p:ph type="title" idx="4294967295"/>
          </p:nvPr>
        </p:nvSpPr>
        <p:spPr>
          <a:xfrm>
            <a:off x="117379" y="971161"/>
            <a:ext cx="8898325" cy="747713"/>
          </a:xfrm>
        </p:spPr>
        <p:txBody>
          <a:bodyPr>
            <a:normAutofit fontScale="90000"/>
          </a:bodyPr>
          <a:lstStyle/>
          <a:p>
            <a:r>
              <a:rPr lang="en-GB" altLang="en-US" sz="4000" b="1" i="1">
                <a:latin typeface="Palatino Linotype"/>
              </a:rPr>
              <a:t>Co-ordinator:  </a:t>
            </a:r>
            <a:br>
              <a:rPr lang="en-GB" altLang="en-US" sz="4000" b="1" i="1"/>
            </a:br>
            <a:endParaRPr lang="en-GB" altLang="en-US" sz="4000"/>
          </a:p>
        </p:txBody>
      </p:sp>
      <p:pic>
        <p:nvPicPr>
          <p:cNvPr id="47108" name="Picture 2" descr="C:\Program Files\Microsoft Office\MEDIA\CAGCAT10\j0240719.wmf">
            <a:extLst>
              <a:ext uri="{FF2B5EF4-FFF2-40B4-BE49-F238E27FC236}">
                <a16:creationId xmlns:a16="http://schemas.microsoft.com/office/drawing/2014/main" id="{7BBB1FF6-7AC8-96E9-5E5E-0D7578E4677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7429500" y="4365625"/>
            <a:ext cx="1274763" cy="2087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1" name="Content Placeholder 2">
            <a:extLst>
              <a:ext uri="{FF2B5EF4-FFF2-40B4-BE49-F238E27FC236}">
                <a16:creationId xmlns:a16="http://schemas.microsoft.com/office/drawing/2014/main" id="{34CEB20C-2757-E83A-4F4D-1A53E190D7FA}"/>
              </a:ext>
            </a:extLst>
          </p:cNvPr>
          <p:cNvSpPr>
            <a:spLocks noGrp="1"/>
          </p:cNvSpPr>
          <p:nvPr>
            <p:ph type="body" sz="quarter" idx="10"/>
          </p:nvPr>
        </p:nvSpPr>
        <p:spPr>
          <a:xfrm>
            <a:off x="416447" y="1584184"/>
            <a:ext cx="6853893" cy="1388344"/>
          </a:xfrm>
        </p:spPr>
        <p:txBody>
          <a:bodyPr vert="horz" lIns="0" tIns="0" rIns="0" bIns="0" rtlCol="0" anchor="t">
            <a:noAutofit/>
          </a:bodyPr>
          <a:lstStyle/>
          <a:p>
            <a:pPr>
              <a:buFont typeface="Wingdings" panose="05000000000000000000" pitchFamily="2" charset="2"/>
              <a:buNone/>
            </a:pPr>
            <a:r>
              <a:rPr lang="en-GB" altLang="en-US" sz="3200" b="1" i="1">
                <a:latin typeface="Palatino Linotype"/>
              </a:rPr>
              <a:t>Strengths:	</a:t>
            </a:r>
          </a:p>
          <a:p>
            <a:r>
              <a:rPr lang="en-GB" altLang="en-US" sz="3200">
                <a:latin typeface="Palatino Linotype"/>
              </a:rPr>
              <a:t>Challenging, dynamic, thrives on pressure. </a:t>
            </a:r>
          </a:p>
          <a:p>
            <a:r>
              <a:rPr lang="en-GB" altLang="en-US" sz="3200">
                <a:latin typeface="Palatino Linotype"/>
              </a:rPr>
              <a:t>Has the drive and courage to overcome obstacles</a:t>
            </a:r>
          </a:p>
          <a:p>
            <a:endParaRPr lang="en-GB" altLang="en-US" sz="3200">
              <a:latin typeface="Palatino Linotype"/>
            </a:endParaRPr>
          </a:p>
          <a:p>
            <a:pPr>
              <a:buFont typeface="Wingdings" panose="05000000000000000000" pitchFamily="2" charset="2"/>
              <a:buNone/>
            </a:pPr>
            <a:r>
              <a:rPr lang="en-GB" altLang="en-US" sz="3200" b="1" i="1">
                <a:latin typeface="Palatino Linotype"/>
              </a:rPr>
              <a:t>Allowable weaknesses</a:t>
            </a:r>
            <a:r>
              <a:rPr lang="en-GB" altLang="en-US" sz="3200">
                <a:latin typeface="Palatino Linotype"/>
              </a:rPr>
              <a:t>: </a:t>
            </a:r>
          </a:p>
          <a:p>
            <a:r>
              <a:rPr lang="en-GB" altLang="en-US" sz="3200">
                <a:latin typeface="Palatino Linotype"/>
              </a:rPr>
              <a:t>Can provoke others. </a:t>
            </a:r>
          </a:p>
          <a:p>
            <a:r>
              <a:rPr lang="en-GB" altLang="en-US" sz="3200">
                <a:latin typeface="Palatino Linotype"/>
              </a:rPr>
              <a:t>Tends to hurt people’s </a:t>
            </a:r>
          </a:p>
          <a:p>
            <a:pPr>
              <a:buFontTx/>
              <a:buNone/>
            </a:pPr>
            <a:r>
              <a:rPr lang="en-GB" altLang="en-US" sz="3200">
                <a:latin typeface="Palatino Linotype"/>
              </a:rPr>
              <a:t>    feelings</a:t>
            </a:r>
          </a:p>
          <a:p>
            <a:pPr>
              <a:buFont typeface="Wingdings" panose="05000000000000000000" pitchFamily="2" charset="2"/>
              <a:buNone/>
            </a:pPr>
            <a:endParaRPr lang="en-GB" altLang="en-US" sz="3200"/>
          </a:p>
        </p:txBody>
      </p:sp>
      <p:sp>
        <p:nvSpPr>
          <p:cNvPr id="48130" name="Title 1">
            <a:extLst>
              <a:ext uri="{FF2B5EF4-FFF2-40B4-BE49-F238E27FC236}">
                <a16:creationId xmlns:a16="http://schemas.microsoft.com/office/drawing/2014/main" id="{56FCFA45-1B53-19CD-8580-FBCF97FC5E69}"/>
              </a:ext>
            </a:extLst>
          </p:cNvPr>
          <p:cNvSpPr>
            <a:spLocks noGrp="1"/>
          </p:cNvSpPr>
          <p:nvPr>
            <p:ph type="title" idx="4294967295"/>
          </p:nvPr>
        </p:nvSpPr>
        <p:spPr>
          <a:xfrm>
            <a:off x="2280784" y="1192763"/>
            <a:ext cx="6046787" cy="515938"/>
          </a:xfrm>
        </p:spPr>
        <p:txBody>
          <a:bodyPr>
            <a:normAutofit fontScale="90000"/>
          </a:bodyPr>
          <a:lstStyle/>
          <a:p>
            <a:r>
              <a:rPr lang="en-GB" altLang="en-US" sz="4000" b="1" i="1"/>
              <a:t>Shaper:  </a:t>
            </a:r>
            <a:br>
              <a:rPr lang="en-GB" altLang="en-US" sz="4000" b="1" i="1"/>
            </a:br>
            <a:endParaRPr lang="en-GB" altLang="en-US" sz="4000"/>
          </a:p>
        </p:txBody>
      </p:sp>
      <p:pic>
        <p:nvPicPr>
          <p:cNvPr id="48132" name="Picture 2" descr="C:\Program Files\Microsoft Office\MEDIA\CAGCAT10\j0234657.wmf">
            <a:extLst>
              <a:ext uri="{FF2B5EF4-FFF2-40B4-BE49-F238E27FC236}">
                <a16:creationId xmlns:a16="http://schemas.microsoft.com/office/drawing/2014/main" id="{45CC68A2-1D47-B502-6BED-BC4CB841BFB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86563" y="4714875"/>
            <a:ext cx="1911350" cy="1860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5" name="Content Placeholder 2">
            <a:extLst>
              <a:ext uri="{FF2B5EF4-FFF2-40B4-BE49-F238E27FC236}">
                <a16:creationId xmlns:a16="http://schemas.microsoft.com/office/drawing/2014/main" id="{3FE9136F-B608-1941-D3ED-A6B6F3419C0E}"/>
              </a:ext>
            </a:extLst>
          </p:cNvPr>
          <p:cNvSpPr>
            <a:spLocks noGrp="1"/>
          </p:cNvSpPr>
          <p:nvPr>
            <p:ph type="body" sz="quarter" idx="10"/>
          </p:nvPr>
        </p:nvSpPr>
        <p:spPr>
          <a:xfrm>
            <a:off x="463100" y="1712480"/>
            <a:ext cx="6375700" cy="1388344"/>
          </a:xfrm>
        </p:spPr>
        <p:txBody>
          <a:bodyPr vert="horz" lIns="0" tIns="0" rIns="0" bIns="0" rtlCol="0" anchor="t">
            <a:noAutofit/>
          </a:bodyPr>
          <a:lstStyle/>
          <a:p>
            <a:pPr>
              <a:buFont typeface="Wingdings" panose="05000000000000000000" pitchFamily="2" charset="2"/>
              <a:buNone/>
            </a:pPr>
            <a:r>
              <a:rPr lang="en-GB" altLang="en-US" sz="3200" b="1" i="1">
                <a:latin typeface="Palatino Linotype"/>
              </a:rPr>
              <a:t>Strengths:</a:t>
            </a:r>
            <a:r>
              <a:rPr lang="en-GB" altLang="en-US" sz="3200">
                <a:latin typeface="Palatino Linotype"/>
              </a:rPr>
              <a:t>	</a:t>
            </a:r>
          </a:p>
          <a:p>
            <a:r>
              <a:rPr lang="en-GB" altLang="en-US" sz="3200">
                <a:latin typeface="Palatino Linotype"/>
              </a:rPr>
              <a:t>Sober, strategic and discerning.</a:t>
            </a:r>
          </a:p>
          <a:p>
            <a:r>
              <a:rPr lang="en-GB" altLang="en-US" sz="3200">
                <a:latin typeface="Palatino Linotype"/>
              </a:rPr>
              <a:t> Sees all options.  </a:t>
            </a:r>
          </a:p>
          <a:p>
            <a:r>
              <a:rPr lang="en-GB" altLang="en-US" sz="3200">
                <a:latin typeface="Palatino Linotype"/>
              </a:rPr>
              <a:t>Judges accurately</a:t>
            </a:r>
          </a:p>
          <a:p>
            <a:pPr>
              <a:buFont typeface="Wingdings" panose="05000000000000000000" pitchFamily="2" charset="2"/>
              <a:buNone/>
            </a:pPr>
            <a:endParaRPr lang="en-GB" altLang="en-US" sz="3200"/>
          </a:p>
          <a:p>
            <a:pPr>
              <a:buFont typeface="Wingdings" panose="05000000000000000000" pitchFamily="2" charset="2"/>
              <a:buNone/>
            </a:pPr>
            <a:r>
              <a:rPr lang="en-GB" altLang="en-US" sz="3200" b="1" i="1">
                <a:latin typeface="Palatino Linotype"/>
              </a:rPr>
              <a:t>Allowable weaknesses: </a:t>
            </a:r>
          </a:p>
          <a:p>
            <a:r>
              <a:rPr lang="en-GB" altLang="en-US" sz="3200">
                <a:latin typeface="Palatino Linotype"/>
              </a:rPr>
              <a:t>Lacks drive and ability</a:t>
            </a:r>
          </a:p>
          <a:p>
            <a:pPr>
              <a:buFontTx/>
              <a:buNone/>
            </a:pPr>
            <a:r>
              <a:rPr lang="en-GB" altLang="en-US" sz="3200">
                <a:latin typeface="Palatino Linotype"/>
              </a:rPr>
              <a:t>    to inspire others. </a:t>
            </a:r>
          </a:p>
          <a:p>
            <a:r>
              <a:rPr lang="en-GB" altLang="en-US" sz="3200">
                <a:latin typeface="Palatino Linotype"/>
              </a:rPr>
              <a:t>Overly critical</a:t>
            </a:r>
          </a:p>
          <a:p>
            <a:endParaRPr lang="en-GB" altLang="en-US"/>
          </a:p>
        </p:txBody>
      </p:sp>
      <p:sp>
        <p:nvSpPr>
          <p:cNvPr id="49154" name="Title 1">
            <a:extLst>
              <a:ext uri="{FF2B5EF4-FFF2-40B4-BE49-F238E27FC236}">
                <a16:creationId xmlns:a16="http://schemas.microsoft.com/office/drawing/2014/main" id="{9F9AB81D-4DD8-0637-6528-A2F38CC54BCA}"/>
              </a:ext>
            </a:extLst>
          </p:cNvPr>
          <p:cNvSpPr>
            <a:spLocks noGrp="1"/>
          </p:cNvSpPr>
          <p:nvPr>
            <p:ph type="title" idx="4294967295"/>
          </p:nvPr>
        </p:nvSpPr>
        <p:spPr>
          <a:xfrm>
            <a:off x="1330358" y="923958"/>
            <a:ext cx="5830887" cy="647700"/>
          </a:xfrm>
        </p:spPr>
        <p:txBody>
          <a:bodyPr>
            <a:normAutofit fontScale="90000"/>
          </a:bodyPr>
          <a:lstStyle/>
          <a:p>
            <a:r>
              <a:rPr lang="en-GB" altLang="en-US" b="1" i="1"/>
              <a:t>Monitor Evaluator:  </a:t>
            </a:r>
            <a:br>
              <a:rPr lang="en-GB" altLang="en-US" b="1" i="1"/>
            </a:br>
            <a:endParaRPr lang="en-GB" altLang="en-US"/>
          </a:p>
        </p:txBody>
      </p:sp>
      <p:pic>
        <p:nvPicPr>
          <p:cNvPr id="49156" name="Picture 2" descr="C:\Program Files\Microsoft Office\MEDIA\CAGCAT10\j0291984.wmf">
            <a:extLst>
              <a:ext uri="{FF2B5EF4-FFF2-40B4-BE49-F238E27FC236}">
                <a16:creationId xmlns:a16="http://schemas.microsoft.com/office/drawing/2014/main" id="{0EFA759A-A04F-B8D5-4DA8-9FC71812F20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43688" y="4500563"/>
            <a:ext cx="1808162" cy="1914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9" name="Content Placeholder 2">
            <a:extLst>
              <a:ext uri="{FF2B5EF4-FFF2-40B4-BE49-F238E27FC236}">
                <a16:creationId xmlns:a16="http://schemas.microsoft.com/office/drawing/2014/main" id="{1D5C0155-22A6-1E34-526A-8190098A99F0}"/>
              </a:ext>
            </a:extLst>
          </p:cNvPr>
          <p:cNvSpPr>
            <a:spLocks noGrp="1"/>
          </p:cNvSpPr>
          <p:nvPr>
            <p:ph type="body" sz="quarter" idx="10"/>
          </p:nvPr>
        </p:nvSpPr>
        <p:spPr>
          <a:xfrm>
            <a:off x="358131" y="1374245"/>
            <a:ext cx="6375700" cy="1388344"/>
          </a:xfrm>
        </p:spPr>
        <p:txBody>
          <a:bodyPr vert="horz" lIns="0" tIns="0" rIns="0" bIns="0" rtlCol="0" anchor="t">
            <a:noAutofit/>
          </a:bodyPr>
          <a:lstStyle/>
          <a:p>
            <a:pPr>
              <a:buFont typeface="Wingdings" panose="05000000000000000000" pitchFamily="2" charset="2"/>
              <a:buNone/>
            </a:pPr>
            <a:r>
              <a:rPr lang="en-GB" altLang="en-US" sz="3200" b="1" i="1">
                <a:latin typeface="Palatino Linotype"/>
              </a:rPr>
              <a:t>Strengths:	</a:t>
            </a:r>
          </a:p>
          <a:p>
            <a:r>
              <a:rPr lang="en-GB" altLang="en-US" sz="3200">
                <a:latin typeface="Palatino Linotype"/>
              </a:rPr>
              <a:t>Co-operative, mild, perceptive and diplomatic.  </a:t>
            </a:r>
          </a:p>
          <a:p>
            <a:r>
              <a:rPr lang="en-GB" altLang="en-US" sz="3200">
                <a:latin typeface="Palatino Linotype"/>
              </a:rPr>
              <a:t>Listens, builds, averts friction, calms the waters</a:t>
            </a:r>
          </a:p>
          <a:p>
            <a:endParaRPr lang="en-GB" altLang="en-US" sz="3200">
              <a:latin typeface="Palatino Linotype"/>
            </a:endParaRPr>
          </a:p>
          <a:p>
            <a:pPr>
              <a:buFont typeface="Wingdings" panose="05000000000000000000" pitchFamily="2" charset="2"/>
              <a:buNone/>
            </a:pPr>
            <a:r>
              <a:rPr lang="en-GB" altLang="en-US" sz="3200" b="1" i="1">
                <a:latin typeface="Palatino Linotype"/>
              </a:rPr>
              <a:t>Allowable weaknesses: </a:t>
            </a:r>
          </a:p>
          <a:p>
            <a:r>
              <a:rPr lang="en-GB" altLang="en-US" sz="3200">
                <a:latin typeface="Palatino Linotype"/>
              </a:rPr>
              <a:t>Indecisive in crunch</a:t>
            </a:r>
          </a:p>
          <a:p>
            <a:pPr>
              <a:buFontTx/>
              <a:buNone/>
            </a:pPr>
            <a:r>
              <a:rPr lang="en-GB" altLang="en-US" sz="3200">
                <a:latin typeface="Palatino Linotype"/>
              </a:rPr>
              <a:t> situations.</a:t>
            </a:r>
          </a:p>
          <a:p>
            <a:r>
              <a:rPr lang="en-GB" altLang="en-US" sz="3200">
                <a:latin typeface="Palatino Linotype"/>
              </a:rPr>
              <a:t> Can be easily influenced</a:t>
            </a:r>
          </a:p>
          <a:p>
            <a:pPr>
              <a:buFont typeface="Wingdings" panose="05000000000000000000" pitchFamily="2" charset="2"/>
              <a:buNone/>
            </a:pPr>
            <a:endParaRPr lang="en-GB" altLang="en-US" sz="3200"/>
          </a:p>
        </p:txBody>
      </p:sp>
      <p:sp>
        <p:nvSpPr>
          <p:cNvPr id="50178" name="Title 1">
            <a:extLst>
              <a:ext uri="{FF2B5EF4-FFF2-40B4-BE49-F238E27FC236}">
                <a16:creationId xmlns:a16="http://schemas.microsoft.com/office/drawing/2014/main" id="{4D85B396-6448-8F30-97C3-B289A2487593}"/>
              </a:ext>
            </a:extLst>
          </p:cNvPr>
          <p:cNvSpPr>
            <a:spLocks noGrp="1"/>
          </p:cNvSpPr>
          <p:nvPr>
            <p:ph type="title" idx="4294967295"/>
          </p:nvPr>
        </p:nvSpPr>
        <p:spPr>
          <a:xfrm>
            <a:off x="1391719" y="788501"/>
            <a:ext cx="5757862" cy="592138"/>
          </a:xfrm>
        </p:spPr>
        <p:txBody>
          <a:bodyPr vert="horz" lIns="91440" tIns="45720" rIns="91440" bIns="45720" rtlCol="0" anchor="ctr">
            <a:noAutofit/>
          </a:bodyPr>
          <a:lstStyle/>
          <a:p>
            <a:r>
              <a:rPr lang="en-GB" altLang="en-US" sz="3250">
                <a:latin typeface="Palatino Linotype"/>
              </a:rPr>
              <a:t>  </a:t>
            </a:r>
            <a:r>
              <a:rPr lang="en-GB" altLang="en-US" sz="3250" b="1" i="1">
                <a:latin typeface="Palatino Linotype"/>
              </a:rPr>
              <a:t>Team worker:  </a:t>
            </a:r>
            <a:br>
              <a:rPr lang="en-GB" altLang="en-US" sz="3250" b="1" i="1"/>
            </a:br>
            <a:endParaRPr lang="en-GB" altLang="en-US"/>
          </a:p>
        </p:txBody>
      </p:sp>
      <p:pic>
        <p:nvPicPr>
          <p:cNvPr id="50180" name="Picture 2" descr="C:\Program Files\Microsoft Office\MEDIA\CAGCAT10\j0233018.wmf">
            <a:extLst>
              <a:ext uri="{FF2B5EF4-FFF2-40B4-BE49-F238E27FC236}">
                <a16:creationId xmlns:a16="http://schemas.microsoft.com/office/drawing/2014/main" id="{30AAD788-5F4E-4952-317B-26DC27787B9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86500" y="4786313"/>
            <a:ext cx="2465388" cy="2071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3" name="Content Placeholder 2">
            <a:extLst>
              <a:ext uri="{FF2B5EF4-FFF2-40B4-BE49-F238E27FC236}">
                <a16:creationId xmlns:a16="http://schemas.microsoft.com/office/drawing/2014/main" id="{2E5C228A-1BF5-0BA1-38D5-4340A2226322}"/>
              </a:ext>
            </a:extLst>
          </p:cNvPr>
          <p:cNvSpPr>
            <a:spLocks noGrp="1"/>
          </p:cNvSpPr>
          <p:nvPr>
            <p:ph type="body" sz="quarter" idx="10"/>
          </p:nvPr>
        </p:nvSpPr>
        <p:spPr>
          <a:xfrm>
            <a:off x="579733" y="1560857"/>
            <a:ext cx="6375700" cy="1388344"/>
          </a:xfrm>
        </p:spPr>
        <p:txBody>
          <a:bodyPr vert="horz" lIns="0" tIns="0" rIns="0" bIns="0" rtlCol="0" anchor="t">
            <a:noAutofit/>
          </a:bodyPr>
          <a:lstStyle/>
          <a:p>
            <a:pPr>
              <a:buFont typeface="Wingdings" panose="05000000000000000000" pitchFamily="2" charset="2"/>
              <a:buNone/>
            </a:pPr>
            <a:r>
              <a:rPr lang="en-GB" altLang="en-US" sz="3200" b="1" i="1">
                <a:latin typeface="Palatino Linotype"/>
              </a:rPr>
              <a:t>Strengths:	</a:t>
            </a:r>
            <a:endParaRPr lang="en-GB" altLang="en-US" sz="3200" i="1">
              <a:latin typeface="Palatino Linotype"/>
            </a:endParaRPr>
          </a:p>
          <a:p>
            <a:r>
              <a:rPr lang="en-GB" altLang="en-US" sz="3200">
                <a:latin typeface="Palatino Linotype"/>
              </a:rPr>
              <a:t>Disciplined, reliable, conservative and efficient. </a:t>
            </a:r>
          </a:p>
          <a:p>
            <a:r>
              <a:rPr lang="en-GB" altLang="en-US" sz="3200">
                <a:latin typeface="Palatino Linotype"/>
              </a:rPr>
              <a:t> Turns ideas into practical actions</a:t>
            </a:r>
          </a:p>
          <a:p>
            <a:endParaRPr lang="en-GB" altLang="en-US" sz="3200">
              <a:latin typeface="Palatino Linotype"/>
            </a:endParaRPr>
          </a:p>
          <a:p>
            <a:pPr>
              <a:buFont typeface="Wingdings" panose="05000000000000000000" pitchFamily="2" charset="2"/>
              <a:buNone/>
            </a:pPr>
            <a:r>
              <a:rPr lang="en-GB" altLang="en-US" sz="3200" b="1" i="1">
                <a:latin typeface="Palatino Linotype"/>
              </a:rPr>
              <a:t>Allowable weaknesses: </a:t>
            </a:r>
          </a:p>
          <a:p>
            <a:r>
              <a:rPr lang="en-GB" altLang="en-US" sz="3200">
                <a:latin typeface="Palatino Linotype"/>
              </a:rPr>
              <a:t>Somewhat inflexible.</a:t>
            </a:r>
          </a:p>
          <a:p>
            <a:r>
              <a:rPr lang="en-GB" altLang="en-US" sz="3200">
                <a:latin typeface="Palatino Linotype"/>
              </a:rPr>
              <a:t>  Slow to respond to new</a:t>
            </a:r>
          </a:p>
          <a:p>
            <a:pPr>
              <a:buFontTx/>
              <a:buNone/>
            </a:pPr>
            <a:r>
              <a:rPr lang="en-GB" altLang="en-US" sz="3200">
                <a:latin typeface="Palatino Linotype"/>
              </a:rPr>
              <a:t>       possibilities</a:t>
            </a:r>
          </a:p>
          <a:p>
            <a:endParaRPr lang="en-GB" altLang="en-US" sz="3200"/>
          </a:p>
        </p:txBody>
      </p:sp>
      <p:sp>
        <p:nvSpPr>
          <p:cNvPr id="51202" name="Title 1">
            <a:extLst>
              <a:ext uri="{FF2B5EF4-FFF2-40B4-BE49-F238E27FC236}">
                <a16:creationId xmlns:a16="http://schemas.microsoft.com/office/drawing/2014/main" id="{134726DD-C592-7D49-EC6E-D68592724803}"/>
              </a:ext>
            </a:extLst>
          </p:cNvPr>
          <p:cNvSpPr>
            <a:spLocks noGrp="1"/>
          </p:cNvSpPr>
          <p:nvPr>
            <p:ph type="title" idx="4294967295"/>
          </p:nvPr>
        </p:nvSpPr>
        <p:spPr>
          <a:xfrm>
            <a:off x="2145328" y="1192763"/>
            <a:ext cx="5902325" cy="747713"/>
          </a:xfrm>
        </p:spPr>
        <p:txBody>
          <a:bodyPr>
            <a:normAutofit fontScale="90000"/>
          </a:bodyPr>
          <a:lstStyle/>
          <a:p>
            <a:r>
              <a:rPr lang="en-GB" altLang="en-US" b="1" i="1"/>
              <a:t>Implementer:  </a:t>
            </a:r>
            <a:br>
              <a:rPr lang="en-GB" altLang="en-US" b="1" i="1"/>
            </a:br>
            <a:br>
              <a:rPr lang="en-GB" altLang="en-US" b="1" i="1"/>
            </a:br>
            <a:endParaRPr lang="en-GB" altLang="en-US"/>
          </a:p>
        </p:txBody>
      </p:sp>
      <p:pic>
        <p:nvPicPr>
          <p:cNvPr id="51204" name="Picture 2" descr="C:\Program Files\Microsoft Office\MEDIA\CAGCAT10\j0240695.wmf">
            <a:extLst>
              <a:ext uri="{FF2B5EF4-FFF2-40B4-BE49-F238E27FC236}">
                <a16:creationId xmlns:a16="http://schemas.microsoft.com/office/drawing/2014/main" id="{3B24CF6D-C4ED-906A-05C1-F3AADA924E9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86563" y="4857750"/>
            <a:ext cx="1825625" cy="1462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56947412"/>
      </p:ext>
    </p:extLst>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7" name="Content Placeholder 2">
            <a:extLst>
              <a:ext uri="{FF2B5EF4-FFF2-40B4-BE49-F238E27FC236}">
                <a16:creationId xmlns:a16="http://schemas.microsoft.com/office/drawing/2014/main" id="{0231D60C-5776-C5A9-C3DF-A0D63B1DA917}"/>
              </a:ext>
            </a:extLst>
          </p:cNvPr>
          <p:cNvSpPr>
            <a:spLocks noGrp="1"/>
          </p:cNvSpPr>
          <p:nvPr>
            <p:ph type="body" sz="quarter" idx="10"/>
          </p:nvPr>
        </p:nvSpPr>
        <p:spPr>
          <a:xfrm>
            <a:off x="556406" y="1572521"/>
            <a:ext cx="6375700" cy="1388344"/>
          </a:xfrm>
        </p:spPr>
        <p:txBody>
          <a:bodyPr vert="horz" lIns="0" tIns="0" rIns="0" bIns="0" rtlCol="0" anchor="t">
            <a:noAutofit/>
          </a:bodyPr>
          <a:lstStyle/>
          <a:p>
            <a:pPr>
              <a:buFont typeface="Wingdings" panose="05000000000000000000" pitchFamily="2" charset="2"/>
              <a:buNone/>
            </a:pPr>
            <a:r>
              <a:rPr lang="en-GB" altLang="en-US" sz="3200" b="1" i="1">
                <a:latin typeface="Palatino Linotype"/>
              </a:rPr>
              <a:t>Strengths:</a:t>
            </a:r>
            <a:r>
              <a:rPr lang="en-GB" altLang="en-US" sz="3200">
                <a:latin typeface="Palatino Linotype"/>
              </a:rPr>
              <a:t>		</a:t>
            </a:r>
          </a:p>
          <a:p>
            <a:r>
              <a:rPr lang="en-GB" altLang="en-US" sz="3200">
                <a:latin typeface="Palatino Linotype"/>
              </a:rPr>
              <a:t>Painstakingly conscientious, anxious.  </a:t>
            </a:r>
          </a:p>
          <a:p>
            <a:r>
              <a:rPr lang="en-GB" altLang="en-US" sz="3200">
                <a:latin typeface="Palatino Linotype"/>
              </a:rPr>
              <a:t>Searches out errors and omissions.  </a:t>
            </a:r>
          </a:p>
          <a:p>
            <a:r>
              <a:rPr lang="en-GB" altLang="en-US" sz="3200">
                <a:latin typeface="Palatino Linotype"/>
              </a:rPr>
              <a:t>Delivers on time</a:t>
            </a:r>
          </a:p>
          <a:p>
            <a:endParaRPr lang="en-GB" altLang="en-US" sz="3200">
              <a:latin typeface="Palatino Linotype"/>
            </a:endParaRPr>
          </a:p>
          <a:p>
            <a:pPr>
              <a:buFont typeface="Wingdings" panose="05000000000000000000" pitchFamily="2" charset="2"/>
              <a:buNone/>
            </a:pPr>
            <a:r>
              <a:rPr lang="en-GB" altLang="en-US" sz="3200" b="1" i="1">
                <a:latin typeface="Palatino Linotype"/>
              </a:rPr>
              <a:t>Allowable weaknesses: </a:t>
            </a:r>
          </a:p>
          <a:p>
            <a:r>
              <a:rPr lang="en-GB" altLang="en-US" sz="3200">
                <a:latin typeface="Palatino Linotype"/>
              </a:rPr>
              <a:t>Inclined to worry unduly. </a:t>
            </a:r>
          </a:p>
          <a:p>
            <a:r>
              <a:rPr lang="en-GB" altLang="en-US" sz="3200">
                <a:latin typeface="Palatino Linotype"/>
              </a:rPr>
              <a:t> Reluctant to delegate. </a:t>
            </a:r>
          </a:p>
          <a:p>
            <a:r>
              <a:rPr lang="en-GB" altLang="en-US" sz="3200">
                <a:latin typeface="Palatino Linotype"/>
              </a:rPr>
              <a:t>Can be a nit-picker</a:t>
            </a:r>
          </a:p>
        </p:txBody>
      </p:sp>
      <p:sp>
        <p:nvSpPr>
          <p:cNvPr id="52226" name="Title 1">
            <a:extLst>
              <a:ext uri="{FF2B5EF4-FFF2-40B4-BE49-F238E27FC236}">
                <a16:creationId xmlns:a16="http://schemas.microsoft.com/office/drawing/2014/main" id="{5CD45C27-CE19-D913-BAA4-404C2AC1A727}"/>
              </a:ext>
            </a:extLst>
          </p:cNvPr>
          <p:cNvSpPr>
            <a:spLocks noGrp="1"/>
          </p:cNvSpPr>
          <p:nvPr>
            <p:ph type="title" idx="4294967295"/>
          </p:nvPr>
        </p:nvSpPr>
        <p:spPr>
          <a:xfrm>
            <a:off x="1321740" y="670638"/>
            <a:ext cx="5757862" cy="785813"/>
          </a:xfrm>
        </p:spPr>
        <p:txBody>
          <a:bodyPr>
            <a:normAutofit fontScale="90000"/>
          </a:bodyPr>
          <a:lstStyle/>
          <a:p>
            <a:br>
              <a:rPr lang="en-GB" altLang="en-US" b="1" i="1"/>
            </a:br>
            <a:r>
              <a:rPr lang="en-GB" altLang="en-US" b="1" i="1"/>
              <a:t>Completer/finisher:  </a:t>
            </a:r>
            <a:br>
              <a:rPr lang="en-GB" altLang="en-US" b="1" i="1"/>
            </a:br>
            <a:endParaRPr lang="en-GB" altLang="en-US"/>
          </a:p>
        </p:txBody>
      </p:sp>
      <p:pic>
        <p:nvPicPr>
          <p:cNvPr id="52228" name="Picture 2" descr="C:\Program Files\Microsoft Office\MEDIA\CAGCAT10\j0283209.gif">
            <a:extLst>
              <a:ext uri="{FF2B5EF4-FFF2-40B4-BE49-F238E27FC236}">
                <a16:creationId xmlns:a16="http://schemas.microsoft.com/office/drawing/2014/main" id="{1B7C11C9-538C-EA88-ED1C-C9D128DFD7E6}"/>
              </a:ext>
            </a:extLst>
          </p:cNvPr>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6929438" y="4786313"/>
            <a:ext cx="1895475" cy="171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1" name="Content Placeholder 2">
            <a:extLst>
              <a:ext uri="{FF2B5EF4-FFF2-40B4-BE49-F238E27FC236}">
                <a16:creationId xmlns:a16="http://schemas.microsoft.com/office/drawing/2014/main" id="{218D00A6-82A5-1F99-D3C8-7428E658B2F3}"/>
              </a:ext>
            </a:extLst>
          </p:cNvPr>
          <p:cNvSpPr>
            <a:spLocks noGrp="1"/>
          </p:cNvSpPr>
          <p:nvPr>
            <p:ph type="body" sz="quarter" idx="10"/>
          </p:nvPr>
        </p:nvSpPr>
        <p:spPr>
          <a:xfrm>
            <a:off x="288151" y="1549194"/>
            <a:ext cx="6375700" cy="1388344"/>
          </a:xfrm>
        </p:spPr>
        <p:txBody>
          <a:bodyPr vert="horz" lIns="0" tIns="0" rIns="0" bIns="0" rtlCol="0" anchor="t">
            <a:noAutofit/>
          </a:bodyPr>
          <a:lstStyle/>
          <a:p>
            <a:pPr>
              <a:buFont typeface="Wingdings" panose="05000000000000000000" pitchFamily="2" charset="2"/>
              <a:buNone/>
            </a:pPr>
            <a:r>
              <a:rPr lang="en-GB" altLang="en-US" sz="3200" b="1" i="1">
                <a:latin typeface="Palatino Linotype"/>
              </a:rPr>
              <a:t>Strengths:</a:t>
            </a:r>
            <a:r>
              <a:rPr lang="en-GB" altLang="en-US" sz="3200">
                <a:latin typeface="Palatino Linotype"/>
              </a:rPr>
              <a:t>		</a:t>
            </a:r>
          </a:p>
          <a:p>
            <a:r>
              <a:rPr lang="en-GB" altLang="en-US" sz="3200">
                <a:latin typeface="Palatino Linotype"/>
              </a:rPr>
              <a:t>Single-minded, self-starting, dedicated. </a:t>
            </a:r>
          </a:p>
          <a:p>
            <a:r>
              <a:rPr lang="en-GB" altLang="en-US" sz="3200">
                <a:latin typeface="Palatino Linotype"/>
              </a:rPr>
              <a:t> Provides knowledge and skills in short supply</a:t>
            </a:r>
          </a:p>
          <a:p>
            <a:endParaRPr lang="en-GB" altLang="en-US" sz="3200">
              <a:latin typeface="Palatino Linotype"/>
            </a:endParaRPr>
          </a:p>
          <a:p>
            <a:pPr>
              <a:buFont typeface="Wingdings" panose="05000000000000000000" pitchFamily="2" charset="2"/>
              <a:buNone/>
            </a:pPr>
            <a:r>
              <a:rPr lang="en-GB" altLang="en-US" sz="3200" b="1" i="1">
                <a:latin typeface="Palatino Linotype"/>
              </a:rPr>
              <a:t>Allowable weaknesses: </a:t>
            </a:r>
          </a:p>
          <a:p>
            <a:r>
              <a:rPr lang="en-GB" altLang="en-US" sz="3200">
                <a:latin typeface="Palatino Linotype"/>
              </a:rPr>
              <a:t>Contributes on only a narrow front</a:t>
            </a:r>
          </a:p>
          <a:p>
            <a:r>
              <a:rPr lang="en-GB" altLang="en-US" sz="3200">
                <a:latin typeface="Palatino Linotype"/>
              </a:rPr>
              <a:t>Dwells on technicalities </a:t>
            </a:r>
          </a:p>
          <a:p>
            <a:r>
              <a:rPr lang="en-GB" altLang="en-US" sz="3200">
                <a:latin typeface="Palatino Linotype"/>
              </a:rPr>
              <a:t>Overlooks the ‘big picture’.</a:t>
            </a:r>
          </a:p>
        </p:txBody>
      </p:sp>
      <p:sp>
        <p:nvSpPr>
          <p:cNvPr id="53250" name="Title 1">
            <a:extLst>
              <a:ext uri="{FF2B5EF4-FFF2-40B4-BE49-F238E27FC236}">
                <a16:creationId xmlns:a16="http://schemas.microsoft.com/office/drawing/2014/main" id="{46BA89B6-1221-D799-E74C-3866846518E7}"/>
              </a:ext>
            </a:extLst>
          </p:cNvPr>
          <p:cNvSpPr>
            <a:spLocks noGrp="1"/>
          </p:cNvSpPr>
          <p:nvPr>
            <p:ph type="title" idx="4294967295"/>
          </p:nvPr>
        </p:nvSpPr>
        <p:spPr>
          <a:xfrm>
            <a:off x="284908" y="696880"/>
            <a:ext cx="6118225" cy="857250"/>
          </a:xfrm>
        </p:spPr>
        <p:txBody>
          <a:bodyPr vert="horz" lIns="91440" tIns="45720" rIns="91440" bIns="45720" rtlCol="0" anchor="ctr">
            <a:noAutofit/>
          </a:bodyPr>
          <a:lstStyle/>
          <a:p>
            <a:pPr algn="ctr"/>
            <a:br>
              <a:rPr lang="en-GB" altLang="en-US" sz="3250" b="1" i="1"/>
            </a:br>
            <a:r>
              <a:rPr lang="en-GB" altLang="en-US" sz="3250" b="1" i="1">
                <a:latin typeface="Palatino Linotype"/>
              </a:rPr>
              <a:t>Specialist:  </a:t>
            </a:r>
            <a:br>
              <a:rPr lang="en-GB" altLang="en-US" sz="3250" b="1" i="1"/>
            </a:br>
            <a:endParaRPr lang="en-GB" altLang="en-US"/>
          </a:p>
        </p:txBody>
      </p:sp>
      <p:pic>
        <p:nvPicPr>
          <p:cNvPr id="53252" name="Picture 2" descr="C:\Program Files\Microsoft Office\MEDIA\CAGCAT10\j0195384.wmf">
            <a:extLst>
              <a:ext uri="{FF2B5EF4-FFF2-40B4-BE49-F238E27FC236}">
                <a16:creationId xmlns:a16="http://schemas.microsoft.com/office/drawing/2014/main" id="{E6DB0DCC-8BC7-B220-C780-E8383E5970D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48538" y="4786313"/>
            <a:ext cx="1795462" cy="1833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5" name="Content Placeholder 2">
            <a:extLst>
              <a:ext uri="{FF2B5EF4-FFF2-40B4-BE49-F238E27FC236}">
                <a16:creationId xmlns:a16="http://schemas.microsoft.com/office/drawing/2014/main" id="{A1B2E73D-A3FB-9FD1-34CE-4919ED6B4539}"/>
              </a:ext>
            </a:extLst>
          </p:cNvPr>
          <p:cNvSpPr>
            <a:spLocks noGrp="1"/>
          </p:cNvSpPr>
          <p:nvPr>
            <p:ph type="body" sz="quarter" idx="10"/>
          </p:nvPr>
        </p:nvSpPr>
        <p:spPr>
          <a:xfrm>
            <a:off x="241498" y="1024347"/>
            <a:ext cx="6375700" cy="1388344"/>
          </a:xfrm>
        </p:spPr>
        <p:txBody>
          <a:bodyPr vert="horz" lIns="0" tIns="0" rIns="0" bIns="0" rtlCol="0" anchor="t">
            <a:noAutofit/>
          </a:bodyPr>
          <a:lstStyle/>
          <a:p>
            <a:r>
              <a:rPr lang="en-GB" altLang="en-US" sz="2800">
                <a:latin typeface="Palatino Linotype"/>
              </a:rPr>
              <a:t>Belbin found that a group seems to work well if there is:</a:t>
            </a:r>
          </a:p>
          <a:p>
            <a:pPr marL="513715" lvl="1" indent="-170815"/>
            <a:r>
              <a:rPr lang="en-GB" altLang="en-US" sz="2800"/>
              <a:t>a Co-ordinator</a:t>
            </a:r>
            <a:endParaRPr lang="en-GB" altLang="en-US" sz="2800">
              <a:cs typeface="Arial"/>
            </a:endParaRPr>
          </a:p>
          <a:p>
            <a:pPr marL="513715" lvl="1" indent="-170815"/>
            <a:r>
              <a:rPr lang="en-GB" altLang="en-US" sz="2800"/>
              <a:t>A good Plant with the right creative skills</a:t>
            </a:r>
            <a:endParaRPr lang="en-GB" altLang="en-US" sz="2800">
              <a:cs typeface="Arial"/>
            </a:endParaRPr>
          </a:p>
          <a:p>
            <a:pPr marL="513715" lvl="1" indent="-170815"/>
            <a:r>
              <a:rPr lang="en-GB" altLang="en-US" sz="2800"/>
              <a:t>A monitor-evaluator</a:t>
            </a:r>
            <a:endParaRPr lang="en-GB" altLang="en-US" sz="2800">
              <a:cs typeface="Arial"/>
            </a:endParaRPr>
          </a:p>
          <a:p>
            <a:pPr marL="513715" lvl="1" indent="-170815"/>
            <a:r>
              <a:rPr lang="en-GB" altLang="en-US" sz="2800"/>
              <a:t>A spread of other types – crucially an implementer or completer-finisher</a:t>
            </a:r>
            <a:endParaRPr lang="en-GB" altLang="en-US" sz="2800">
              <a:cs typeface="Arial"/>
            </a:endParaRPr>
          </a:p>
          <a:p>
            <a:pPr marL="513715" lvl="1" indent="-170815"/>
            <a:r>
              <a:rPr lang="en-GB" altLang="en-US" sz="2800"/>
              <a:t>A mix of extrovert/introvert, ideas/assessor, change/continuity is important.</a:t>
            </a:r>
            <a:endParaRPr lang="en-GB" altLang="en-US" sz="2800">
              <a:cs typeface="Arial"/>
            </a:endParaRPr>
          </a:p>
          <a:p>
            <a:r>
              <a:rPr lang="en-GB" altLang="en-US" sz="2800">
                <a:latin typeface="Palatino Linotype"/>
              </a:rPr>
              <a:t>What roles do you think you have in your team?</a:t>
            </a:r>
          </a:p>
        </p:txBody>
      </p:sp>
      <p:sp>
        <p:nvSpPr>
          <p:cNvPr id="54274" name="Title 1">
            <a:extLst>
              <a:ext uri="{FF2B5EF4-FFF2-40B4-BE49-F238E27FC236}">
                <a16:creationId xmlns:a16="http://schemas.microsoft.com/office/drawing/2014/main" id="{7800D94D-49A8-2427-D563-0D3029093158}"/>
              </a:ext>
            </a:extLst>
          </p:cNvPr>
          <p:cNvSpPr>
            <a:spLocks noGrp="1"/>
          </p:cNvSpPr>
          <p:nvPr>
            <p:ph type="title" idx="4294967295"/>
          </p:nvPr>
        </p:nvSpPr>
        <p:spPr>
          <a:xfrm>
            <a:off x="1212980" y="416735"/>
            <a:ext cx="5194819" cy="423183"/>
          </a:xfrm>
        </p:spPr>
        <p:txBody>
          <a:bodyPr>
            <a:noAutofit/>
          </a:bodyPr>
          <a:lstStyle/>
          <a:p>
            <a:pPr algn="ctr"/>
            <a:r>
              <a:rPr lang="en-GB" altLang="en-US" sz="3250" b="1">
                <a:latin typeface="Palatino Linotype"/>
              </a:rPr>
              <a:t>The best mix?</a:t>
            </a:r>
            <a:endParaRPr lang="en-US" sz="3250" b="1">
              <a:latin typeface="Palatino Linotype"/>
            </a:endParaRPr>
          </a:p>
        </p:txBody>
      </p:sp>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A12053F-30E4-4705-6812-C4F88BE50836}"/>
              </a:ext>
            </a:extLst>
          </p:cNvPr>
          <p:cNvSpPr>
            <a:spLocks noGrp="1"/>
          </p:cNvSpPr>
          <p:nvPr>
            <p:ph type="body" sz="quarter" idx="10"/>
          </p:nvPr>
        </p:nvSpPr>
        <p:spPr>
          <a:xfrm>
            <a:off x="801334" y="2039051"/>
            <a:ext cx="6375700" cy="1388344"/>
          </a:xfrm>
        </p:spPr>
        <p:txBody>
          <a:bodyPr vert="horz" lIns="0" tIns="0" rIns="0" bIns="0" rtlCol="0" anchor="t">
            <a:noAutofit/>
          </a:bodyPr>
          <a:lstStyle/>
          <a:p>
            <a:pPr marL="571500" indent="-571500">
              <a:buChar char="•"/>
              <a:defRPr/>
            </a:pPr>
            <a:r>
              <a:rPr lang="en-GB" sz="3600">
                <a:latin typeface="Palatino Linotype"/>
              </a:rPr>
              <a:t>Someone take notes and distribute to group</a:t>
            </a:r>
            <a:endParaRPr lang="en-US"/>
          </a:p>
          <a:p>
            <a:pPr marL="571500" indent="-571500">
              <a:buChar char="•"/>
              <a:defRPr/>
            </a:pPr>
            <a:r>
              <a:rPr lang="en-GB" sz="3600">
                <a:latin typeface="Palatino Linotype"/>
              </a:rPr>
              <a:t>Set out ground rules for the group</a:t>
            </a:r>
          </a:p>
          <a:p>
            <a:pPr marL="571500" indent="-571500">
              <a:buChar char="•"/>
              <a:defRPr/>
            </a:pPr>
            <a:r>
              <a:rPr lang="en-GB" sz="3600">
                <a:latin typeface="Palatino Linotype"/>
              </a:rPr>
              <a:t>Set out meeting times</a:t>
            </a:r>
          </a:p>
          <a:p>
            <a:pPr marL="571500" indent="-571500">
              <a:buChar char="•"/>
              <a:defRPr/>
            </a:pPr>
            <a:r>
              <a:rPr lang="en-GB" sz="3600">
                <a:latin typeface="Palatino Linotype"/>
              </a:rPr>
              <a:t>Set targets for individuals</a:t>
            </a:r>
          </a:p>
          <a:p>
            <a:pPr marL="0" indent="0">
              <a:buFontTx/>
              <a:buNone/>
              <a:defRPr/>
            </a:pPr>
            <a:endParaRPr lang="en-GB"/>
          </a:p>
        </p:txBody>
      </p:sp>
      <p:sp>
        <p:nvSpPr>
          <p:cNvPr id="55298" name="Title 1">
            <a:extLst>
              <a:ext uri="{FF2B5EF4-FFF2-40B4-BE49-F238E27FC236}">
                <a16:creationId xmlns:a16="http://schemas.microsoft.com/office/drawing/2014/main" id="{5C98283B-4E29-2E77-6736-560468B523BE}"/>
              </a:ext>
            </a:extLst>
          </p:cNvPr>
          <p:cNvSpPr>
            <a:spLocks noGrp="1"/>
          </p:cNvSpPr>
          <p:nvPr>
            <p:ph type="title" idx="4294967295"/>
          </p:nvPr>
        </p:nvSpPr>
        <p:spPr>
          <a:xfrm>
            <a:off x="653143" y="1066152"/>
            <a:ext cx="5400675" cy="644525"/>
          </a:xfrm>
        </p:spPr>
        <p:txBody>
          <a:bodyPr/>
          <a:lstStyle/>
          <a:p>
            <a:pPr algn="ctr"/>
            <a:r>
              <a:rPr lang="en-GB" altLang="en-US" b="1"/>
              <a:t>SOME HANDY HINTS</a:t>
            </a:r>
          </a:p>
        </p:txBody>
      </p:sp>
    </p:spTree>
    <p:extLst>
      <p:ext uri="{BB962C8B-B14F-4D97-AF65-F5344CB8AC3E}">
        <p14:creationId xmlns:p14="http://schemas.microsoft.com/office/powerpoint/2010/main" val="223263948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B64F3B6-BD5E-317E-97F7-F9C682CC2B1F}"/>
              </a:ext>
            </a:extLst>
          </p:cNvPr>
          <p:cNvSpPr>
            <a:spLocks noGrp="1"/>
          </p:cNvSpPr>
          <p:nvPr>
            <p:ph type="body" sz="quarter" idx="10"/>
          </p:nvPr>
        </p:nvSpPr>
        <p:spPr>
          <a:xfrm>
            <a:off x="208840" y="571810"/>
            <a:ext cx="8071560" cy="5087117"/>
          </a:xfrm>
        </p:spPr>
        <p:txBody>
          <a:bodyPr/>
          <a:lstStyle/>
          <a:p>
            <a:r>
              <a:rPr lang="en-GB" sz="2800" b="1" dirty="0"/>
              <a:t>References and Further Reading</a:t>
            </a:r>
          </a:p>
          <a:p>
            <a:endParaRPr lang="en-GB" sz="3600" dirty="0"/>
          </a:p>
          <a:p>
            <a:r>
              <a:rPr lang="en-GB" sz="2000" dirty="0"/>
              <a:t>Buchanan, D. and Huczynski, A. (2019) Organisational Behaviour, 10th edition, Harlow: Pearson Education, Limited.</a:t>
            </a:r>
          </a:p>
          <a:p>
            <a:endParaRPr lang="en-GB" sz="1400" dirty="0"/>
          </a:p>
          <a:p>
            <a:r>
              <a:rPr lang="en-GB" sz="2000" dirty="0"/>
              <a:t>Mullins, L. J. and McLean, J. E. (2019) Organisational behaviour in the workplace, 12th edition, Harlow: Pearson.</a:t>
            </a:r>
          </a:p>
          <a:p>
            <a:endParaRPr lang="en-GB" sz="2000" dirty="0"/>
          </a:p>
          <a:p>
            <a:r>
              <a:rPr lang="en-GB" sz="2000" dirty="0">
                <a:hlinkClick r:id="rId2"/>
              </a:rPr>
              <a:t>Belbin Team Roles | Belbin</a:t>
            </a:r>
            <a:endParaRPr lang="en-GB" sz="2000" dirty="0"/>
          </a:p>
          <a:p>
            <a:endParaRPr lang="en-GB" sz="1400" dirty="0"/>
          </a:p>
          <a:p>
            <a:endParaRPr lang="en-GB" sz="1600" b="1" dirty="0"/>
          </a:p>
        </p:txBody>
      </p:sp>
    </p:spTree>
    <p:extLst>
      <p:ext uri="{BB962C8B-B14F-4D97-AF65-F5344CB8AC3E}">
        <p14:creationId xmlns:p14="http://schemas.microsoft.com/office/powerpoint/2010/main" val="242643259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354661175"/>
      </p:ext>
    </p:extLst>
  </p:cSld>
  <p:clrMapOvr>
    <a:masterClrMapping/>
  </p:clrMapOvr>
</p:sld>
</file>

<file path=ppt/theme/theme1.xml><?xml version="1.0" encoding="utf-8"?>
<a:theme xmlns:a="http://schemas.openxmlformats.org/drawingml/2006/main" name="keeletheme-widescreen">
  <a:themeElements>
    <a:clrScheme name="Keele Colours">
      <a:dk1>
        <a:srgbClr val="282541"/>
      </a:dk1>
      <a:lt1>
        <a:srgbClr val="FEFFFE"/>
      </a:lt1>
      <a:dk2>
        <a:srgbClr val="282541"/>
      </a:dk2>
      <a:lt2>
        <a:srgbClr val="FEFFFE"/>
      </a:lt2>
      <a:accent1>
        <a:srgbClr val="342A4E"/>
      </a:accent1>
      <a:accent2>
        <a:srgbClr val="5D566D"/>
      </a:accent2>
      <a:accent3>
        <a:srgbClr val="938E9E"/>
      </a:accent3>
      <a:accent4>
        <a:srgbClr val="EDCE28"/>
      </a:accent4>
      <a:accent5>
        <a:srgbClr val="DC3719"/>
      </a:accent5>
      <a:accent6>
        <a:srgbClr val="47AE65"/>
      </a:accent6>
      <a:hlink>
        <a:srgbClr val="665D78"/>
      </a:hlink>
      <a:folHlink>
        <a:srgbClr val="655E77"/>
      </a:folHlink>
    </a:clrScheme>
    <a:fontScheme name="Keele Fonts">
      <a:majorFont>
        <a:latin typeface="Palatino Linotype"/>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keeletheme-widescreen" id="{ED877600-EBE8-0F47-B29E-7D88887687C3}" vid="{9AA46253-BB01-0A46-B354-D8C3ABC1EE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61</TotalTime>
  <Words>2060</Words>
  <Application>Microsoft Office PowerPoint</Application>
  <PresentationFormat>On-screen Show (4:3)</PresentationFormat>
  <Paragraphs>307</Paragraphs>
  <Slides>43</Slides>
  <Notes>17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43</vt:i4>
      </vt:variant>
    </vt:vector>
  </HeadingPairs>
  <TitlesOfParts>
    <vt:vector size="50" baseType="lpstr">
      <vt:lpstr>Aptos</vt:lpstr>
      <vt:lpstr>Arial</vt:lpstr>
      <vt:lpstr>Calibri</vt:lpstr>
      <vt:lpstr>Palatino Linotype</vt:lpstr>
      <vt:lpstr>Times</vt:lpstr>
      <vt:lpstr>Wingdings</vt:lpstr>
      <vt:lpstr>keeletheme-widescreen</vt:lpstr>
      <vt:lpstr>PowerPoint Presentation</vt:lpstr>
      <vt:lpstr>MAN-10081 Teams, People and Performance</vt:lpstr>
      <vt:lpstr>LECTURE 1 - MODULE INTRODUCTION AND WELCOME - 26 January 2026</vt:lpstr>
      <vt:lpstr>PowerPoint Presentation</vt:lpstr>
      <vt:lpstr>PowerPoint Presentation</vt:lpstr>
      <vt:lpstr>PowerPoint Presentation</vt:lpstr>
      <vt:lpstr>PowerPoint Presentation</vt:lpstr>
      <vt:lpstr>PowerPoint Presentation</vt:lpstr>
      <vt:lpstr>Creating and Forming Teams  Dr Scott Bambrick</vt:lpstr>
      <vt:lpstr>PowerPoint Presentation</vt:lpstr>
      <vt:lpstr>A team is – a group plus a GOAL and a PLAN to reach it</vt:lpstr>
      <vt:lpstr>Team Life Cycle Model</vt:lpstr>
      <vt:lpstr>PowerPoint Presentation</vt:lpstr>
      <vt:lpstr>Team Formation</vt:lpstr>
      <vt:lpstr>Team Formation</vt:lpstr>
      <vt:lpstr>Team Processes</vt:lpstr>
      <vt:lpstr>Team Processes</vt:lpstr>
      <vt:lpstr>Charter/Rule/Parameters</vt:lpstr>
      <vt:lpstr>Charter/Rule/Parameters</vt:lpstr>
      <vt:lpstr>Management/Team Leaders</vt:lpstr>
      <vt:lpstr>Management</vt:lpstr>
      <vt:lpstr>Management Control</vt:lpstr>
      <vt:lpstr>Management Control</vt:lpstr>
      <vt:lpstr>Team Composition</vt:lpstr>
      <vt:lpstr>Problematic Team Members</vt:lpstr>
      <vt:lpstr>Problematic Team Members</vt:lpstr>
      <vt:lpstr>Influence of the Team Leader</vt:lpstr>
      <vt:lpstr>Every team task has a  hidden challenge</vt:lpstr>
      <vt:lpstr>Belbin’s TEAM ROLES</vt:lpstr>
      <vt:lpstr>Belbin’s Team Roles</vt:lpstr>
      <vt:lpstr>The Nine Team Roles! Plant:</vt:lpstr>
      <vt:lpstr>Resource Investigator:</vt:lpstr>
      <vt:lpstr>Co-ordinator:   </vt:lpstr>
      <vt:lpstr>Shaper:   </vt:lpstr>
      <vt:lpstr>Monitor Evaluator:   </vt:lpstr>
      <vt:lpstr>  Team worker:   </vt:lpstr>
      <vt:lpstr>Implementer:    </vt:lpstr>
      <vt:lpstr> Completer/finisher:   </vt:lpstr>
      <vt:lpstr> Specialist:   </vt:lpstr>
      <vt:lpstr>The best mix?</vt:lpstr>
      <vt:lpstr>SOME HANDY HINTS</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Cheryl Belford</dc:creator>
  <cp:lastModifiedBy>Swati Garg</cp:lastModifiedBy>
  <cp:revision>75</cp:revision>
  <dcterms:created xsi:type="dcterms:W3CDTF">2021-03-17T15:09:57Z</dcterms:created>
  <dcterms:modified xsi:type="dcterms:W3CDTF">2026-01-30T12:26:13Z</dcterms:modified>
</cp:coreProperties>
</file>