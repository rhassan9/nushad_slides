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3.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4.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5.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6.xml" ContentType="application/vnd.openxmlformats-officedocument.theme+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7.xml" ContentType="application/vnd.openxmlformats-officedocument.theme+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8.xml" ContentType="application/vnd.openxmlformats-officedocument.theme+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theme/theme9.xml" ContentType="application/vnd.openxmlformats-officedocument.theme+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theme/theme10.xml" ContentType="application/vnd.openxmlformats-officedocument.theme+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11.xml" ContentType="application/vnd.openxmlformats-officedocument.theme+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12.xml" ContentType="application/vnd.openxmlformats-officedocument.theme+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theme/theme13.xml" ContentType="application/vnd.openxmlformats-officedocument.theme+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theme/theme14.xml" ContentType="application/vnd.openxmlformats-officedocument.theme+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3" r:id="rId1"/>
    <p:sldMasterId id="2147483654" r:id="rId2"/>
    <p:sldMasterId id="2147483656" r:id="rId3"/>
    <p:sldMasterId id="2147483658" r:id="rId4"/>
    <p:sldMasterId id="2147483660" r:id="rId5"/>
    <p:sldMasterId id="2147483661" r:id="rId6"/>
    <p:sldMasterId id="2147483662" r:id="rId7"/>
    <p:sldMasterId id="2147483663" r:id="rId8"/>
    <p:sldMasterId id="2147483664" r:id="rId9"/>
    <p:sldMasterId id="2147483665" r:id="rId10"/>
    <p:sldMasterId id="2147483666" r:id="rId11"/>
    <p:sldMasterId id="2147483667" r:id="rId12"/>
    <p:sldMasterId id="2147484093" r:id="rId13"/>
    <p:sldMasterId id="2147484133" r:id="rId14"/>
    <p:sldMasterId id="2147484153" r:id="rId15"/>
  </p:sldMasterIdLst>
  <p:notesMasterIdLst>
    <p:notesMasterId r:id="rId52"/>
  </p:notesMasterIdLst>
  <p:handoutMasterIdLst>
    <p:handoutMasterId r:id="rId53"/>
  </p:handoutMasterIdLst>
  <p:sldIdLst>
    <p:sldId id="583" r:id="rId16"/>
    <p:sldId id="585" r:id="rId17"/>
    <p:sldId id="576" r:id="rId18"/>
    <p:sldId id="577" r:id="rId19"/>
    <p:sldId id="579" r:id="rId20"/>
    <p:sldId id="581" r:id="rId21"/>
    <p:sldId id="588" r:id="rId22"/>
    <p:sldId id="582" r:id="rId23"/>
    <p:sldId id="431" r:id="rId24"/>
    <p:sldId id="433" r:id="rId25"/>
    <p:sldId id="542" r:id="rId26"/>
    <p:sldId id="502" r:id="rId27"/>
    <p:sldId id="503" r:id="rId28"/>
    <p:sldId id="530" r:id="rId29"/>
    <p:sldId id="543" r:id="rId30"/>
    <p:sldId id="528" r:id="rId31"/>
    <p:sldId id="558" r:id="rId32"/>
    <p:sldId id="563" r:id="rId33"/>
    <p:sldId id="559" r:id="rId34"/>
    <p:sldId id="564" r:id="rId35"/>
    <p:sldId id="560" r:id="rId36"/>
    <p:sldId id="565" r:id="rId37"/>
    <p:sldId id="561" r:id="rId38"/>
    <p:sldId id="566" r:id="rId39"/>
    <p:sldId id="562" r:id="rId40"/>
    <p:sldId id="567" r:id="rId41"/>
    <p:sldId id="568" r:id="rId42"/>
    <p:sldId id="571" r:id="rId43"/>
    <p:sldId id="573" r:id="rId44"/>
    <p:sldId id="544" r:id="rId45"/>
    <p:sldId id="574" r:id="rId46"/>
    <p:sldId id="592" r:id="rId47"/>
    <p:sldId id="593" r:id="rId48"/>
    <p:sldId id="540" r:id="rId49"/>
    <p:sldId id="569" r:id="rId50"/>
    <p:sldId id="435" r:id="rId51"/>
  </p:sldIdLst>
  <p:sldSz cx="9144000" cy="6858000" type="screen4x3"/>
  <p:notesSz cx="6797675" cy="9926638"/>
  <p:defaultTextStyle>
    <a:defPPr>
      <a:defRPr lang="en-GB"/>
    </a:defPPr>
    <a:lvl1pPr algn="l" rtl="0" fontAlgn="base">
      <a:spcBef>
        <a:spcPct val="20000"/>
      </a:spcBef>
      <a:spcAft>
        <a:spcPct val="0"/>
      </a:spcAft>
      <a:defRPr sz="1600" kern="1200">
        <a:solidFill>
          <a:schemeClr val="tx1"/>
        </a:solidFill>
        <a:latin typeface="Arial" pitchFamily="34" charset="0"/>
        <a:ea typeface="+mn-ea"/>
        <a:cs typeface="+mn-cs"/>
      </a:defRPr>
    </a:lvl1pPr>
    <a:lvl2pPr marL="457200" algn="l" rtl="0" fontAlgn="base">
      <a:spcBef>
        <a:spcPct val="20000"/>
      </a:spcBef>
      <a:spcAft>
        <a:spcPct val="0"/>
      </a:spcAft>
      <a:defRPr sz="1600" kern="1200">
        <a:solidFill>
          <a:schemeClr val="tx1"/>
        </a:solidFill>
        <a:latin typeface="Arial" pitchFamily="34" charset="0"/>
        <a:ea typeface="+mn-ea"/>
        <a:cs typeface="+mn-cs"/>
      </a:defRPr>
    </a:lvl2pPr>
    <a:lvl3pPr marL="914400" algn="l" rtl="0" fontAlgn="base">
      <a:spcBef>
        <a:spcPct val="20000"/>
      </a:spcBef>
      <a:spcAft>
        <a:spcPct val="0"/>
      </a:spcAft>
      <a:defRPr sz="1600" kern="1200">
        <a:solidFill>
          <a:schemeClr val="tx1"/>
        </a:solidFill>
        <a:latin typeface="Arial" pitchFamily="34" charset="0"/>
        <a:ea typeface="+mn-ea"/>
        <a:cs typeface="+mn-cs"/>
      </a:defRPr>
    </a:lvl3pPr>
    <a:lvl4pPr marL="1371600" algn="l" rtl="0" fontAlgn="base">
      <a:spcBef>
        <a:spcPct val="20000"/>
      </a:spcBef>
      <a:spcAft>
        <a:spcPct val="0"/>
      </a:spcAft>
      <a:defRPr sz="1600" kern="1200">
        <a:solidFill>
          <a:schemeClr val="tx1"/>
        </a:solidFill>
        <a:latin typeface="Arial" pitchFamily="34" charset="0"/>
        <a:ea typeface="+mn-ea"/>
        <a:cs typeface="+mn-cs"/>
      </a:defRPr>
    </a:lvl4pPr>
    <a:lvl5pPr marL="1828800" algn="l" rtl="0" fontAlgn="base">
      <a:spcBef>
        <a:spcPct val="20000"/>
      </a:spcBef>
      <a:spcAft>
        <a:spcPct val="0"/>
      </a:spcAft>
      <a:defRPr sz="1600" kern="1200">
        <a:solidFill>
          <a:schemeClr val="tx1"/>
        </a:solidFill>
        <a:latin typeface="Arial" pitchFamily="34" charset="0"/>
        <a:ea typeface="+mn-ea"/>
        <a:cs typeface="+mn-cs"/>
      </a:defRPr>
    </a:lvl5pPr>
    <a:lvl6pPr marL="2286000" algn="l" defTabSz="914400" rtl="0" eaLnBrk="1" latinLnBrk="0" hangingPunct="1">
      <a:defRPr sz="1600" kern="1200">
        <a:solidFill>
          <a:schemeClr val="tx1"/>
        </a:solidFill>
        <a:latin typeface="Arial" pitchFamily="34" charset="0"/>
        <a:ea typeface="+mn-ea"/>
        <a:cs typeface="+mn-cs"/>
      </a:defRPr>
    </a:lvl6pPr>
    <a:lvl7pPr marL="2743200" algn="l" defTabSz="914400" rtl="0" eaLnBrk="1" latinLnBrk="0" hangingPunct="1">
      <a:defRPr sz="1600" kern="1200">
        <a:solidFill>
          <a:schemeClr val="tx1"/>
        </a:solidFill>
        <a:latin typeface="Arial" pitchFamily="34" charset="0"/>
        <a:ea typeface="+mn-ea"/>
        <a:cs typeface="+mn-cs"/>
      </a:defRPr>
    </a:lvl7pPr>
    <a:lvl8pPr marL="3200400" algn="l" defTabSz="914400" rtl="0" eaLnBrk="1" latinLnBrk="0" hangingPunct="1">
      <a:defRPr sz="1600" kern="1200">
        <a:solidFill>
          <a:schemeClr val="tx1"/>
        </a:solidFill>
        <a:latin typeface="Arial" pitchFamily="34" charset="0"/>
        <a:ea typeface="+mn-ea"/>
        <a:cs typeface="+mn-cs"/>
      </a:defRPr>
    </a:lvl8pPr>
    <a:lvl9pPr marL="3657600" algn="l" defTabSz="914400" rtl="0" eaLnBrk="1" latinLnBrk="0" hangingPunct="1">
      <a:defRPr sz="16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97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451" autoAdjust="0"/>
    <p:restoredTop sz="95161" autoAdjust="0"/>
  </p:normalViewPr>
  <p:slideViewPr>
    <p:cSldViewPr>
      <p:cViewPr varScale="1">
        <p:scale>
          <a:sx n="113" d="100"/>
          <a:sy n="113" d="100"/>
        </p:scale>
        <p:origin x="1566" y="11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 d="1"/>
        <a:sy n="1" d="1"/>
      </p:scale>
      <p:origin x="0" y="0"/>
    </p:cViewPr>
  </p:sorterViewPr>
  <p:notesViewPr>
    <p:cSldViewPr>
      <p:cViewPr varScale="1">
        <p:scale>
          <a:sx n="76" d="100"/>
          <a:sy n="76" d="100"/>
        </p:scale>
        <p:origin x="2184"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slide" Target="slides/slide24.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slide" Target="slides/slide27.xml"/><Relationship Id="rId47" Type="http://schemas.openxmlformats.org/officeDocument/2006/relationships/slide" Target="slides/slide32.xml"/><Relationship Id="rId50" Type="http://schemas.openxmlformats.org/officeDocument/2006/relationships/slide" Target="slides/slide35.xml"/><Relationship Id="rId55"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1.xml"/><Relationship Id="rId29" Type="http://schemas.openxmlformats.org/officeDocument/2006/relationships/slide" Target="slides/slide14.xml"/><Relationship Id="rId11" Type="http://schemas.openxmlformats.org/officeDocument/2006/relationships/slideMaster" Target="slideMasters/slideMaster11.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slide" Target="slides/slide25.xml"/><Relationship Id="rId45" Type="http://schemas.openxmlformats.org/officeDocument/2006/relationships/slide" Target="slides/slide30.xml"/><Relationship Id="rId53" Type="http://schemas.openxmlformats.org/officeDocument/2006/relationships/handoutMaster" Target="handoutMasters/handoutMaster1.xml"/><Relationship Id="rId5" Type="http://schemas.openxmlformats.org/officeDocument/2006/relationships/slideMaster" Target="slideMasters/slideMaster5.xml"/><Relationship Id="rId19" Type="http://schemas.openxmlformats.org/officeDocument/2006/relationships/slide" Target="slides/slide4.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slide" Target="slides/slide28.xml"/><Relationship Id="rId48" Type="http://schemas.openxmlformats.org/officeDocument/2006/relationships/slide" Target="slides/slide33.xml"/><Relationship Id="rId56"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36.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46" Type="http://schemas.openxmlformats.org/officeDocument/2006/relationships/slide" Target="slides/slide31.xml"/><Relationship Id="rId20" Type="http://schemas.openxmlformats.org/officeDocument/2006/relationships/slide" Target="slides/slide5.xml"/><Relationship Id="rId41" Type="http://schemas.openxmlformats.org/officeDocument/2006/relationships/slide" Target="slides/slide26.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49" Type="http://schemas.openxmlformats.org/officeDocument/2006/relationships/slide" Target="slides/slide34.xml"/><Relationship Id="rId57" Type="http://schemas.openxmlformats.org/officeDocument/2006/relationships/tableStyles" Target="tableStyles.xml"/><Relationship Id="rId10" Type="http://schemas.openxmlformats.org/officeDocument/2006/relationships/slideMaster" Target="slideMasters/slideMaster10.xml"/><Relationship Id="rId31" Type="http://schemas.openxmlformats.org/officeDocument/2006/relationships/slide" Target="slides/slide16.xml"/><Relationship Id="rId44" Type="http://schemas.openxmlformats.org/officeDocument/2006/relationships/slide" Target="slides/slide29.xml"/><Relationship Id="rId52"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ata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5.png"/><Relationship Id="rId7" Type="http://schemas.openxmlformats.org/officeDocument/2006/relationships/image" Target="../media/image21.png"/><Relationship Id="rId12" Type="http://schemas.openxmlformats.org/officeDocument/2006/relationships/image" Target="../media/image28.sv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14.svg"/><Relationship Id="rId11" Type="http://schemas.openxmlformats.org/officeDocument/2006/relationships/image" Target="../media/image27.png"/><Relationship Id="rId5" Type="http://schemas.openxmlformats.org/officeDocument/2006/relationships/image" Target="../media/image13.png"/><Relationship Id="rId10" Type="http://schemas.openxmlformats.org/officeDocument/2006/relationships/image" Target="../media/image16.svg"/><Relationship Id="rId4" Type="http://schemas.openxmlformats.org/officeDocument/2006/relationships/image" Target="../media/image26.svg"/><Relationship Id="rId9" Type="http://schemas.openxmlformats.org/officeDocument/2006/relationships/image" Target="../media/image1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25.png"/><Relationship Id="rId7" Type="http://schemas.openxmlformats.org/officeDocument/2006/relationships/image" Target="../media/image21.png"/><Relationship Id="rId12" Type="http://schemas.openxmlformats.org/officeDocument/2006/relationships/image" Target="../media/image28.sv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14.svg"/><Relationship Id="rId11" Type="http://schemas.openxmlformats.org/officeDocument/2006/relationships/image" Target="../media/image27.png"/><Relationship Id="rId5" Type="http://schemas.openxmlformats.org/officeDocument/2006/relationships/image" Target="../media/image13.png"/><Relationship Id="rId10" Type="http://schemas.openxmlformats.org/officeDocument/2006/relationships/image" Target="../media/image16.svg"/><Relationship Id="rId4" Type="http://schemas.openxmlformats.org/officeDocument/2006/relationships/image" Target="../media/image26.svg"/><Relationship Id="rId9" Type="http://schemas.openxmlformats.org/officeDocument/2006/relationships/image" Target="../media/image1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8026904-E146-43BD-AD7F-8483A221663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A731B7F-C063-449E-932A-93BDBD2CBA92}">
      <dgm:prSet/>
      <dgm:spPr/>
      <dgm:t>
        <a:bodyPr/>
        <a:lstStyle/>
        <a:p>
          <a:pPr>
            <a:lnSpc>
              <a:spcPct val="100000"/>
            </a:lnSpc>
          </a:pPr>
          <a:r>
            <a:rPr lang="en-ZA"/>
            <a:t>What projects are in organisations and why they matter</a:t>
          </a:r>
          <a:endParaRPr lang="en-US"/>
        </a:p>
      </dgm:t>
    </dgm:pt>
    <dgm:pt modelId="{1CEFC474-F494-4E3F-825F-3362647BC7F7}" type="parTrans" cxnId="{9D1128EE-3ECA-4A9C-8E24-C807EC9B951A}">
      <dgm:prSet/>
      <dgm:spPr/>
      <dgm:t>
        <a:bodyPr/>
        <a:lstStyle/>
        <a:p>
          <a:endParaRPr lang="en-US"/>
        </a:p>
      </dgm:t>
    </dgm:pt>
    <dgm:pt modelId="{29A19B2D-F123-4EA3-9DDD-EDB86DF507CC}" type="sibTrans" cxnId="{9D1128EE-3ECA-4A9C-8E24-C807EC9B951A}">
      <dgm:prSet/>
      <dgm:spPr/>
      <dgm:t>
        <a:bodyPr/>
        <a:lstStyle/>
        <a:p>
          <a:endParaRPr lang="en-US"/>
        </a:p>
      </dgm:t>
    </dgm:pt>
    <dgm:pt modelId="{858E2DC5-3D49-4B82-8D55-F3E5641DC4EE}">
      <dgm:prSet/>
      <dgm:spPr/>
      <dgm:t>
        <a:bodyPr/>
        <a:lstStyle/>
        <a:p>
          <a:pPr>
            <a:lnSpc>
              <a:spcPct val="100000"/>
            </a:lnSpc>
          </a:pPr>
          <a:r>
            <a:rPr lang="en-ZA"/>
            <a:t>What project teams are and how they work</a:t>
          </a:r>
          <a:endParaRPr lang="en-US"/>
        </a:p>
      </dgm:t>
    </dgm:pt>
    <dgm:pt modelId="{F67E2194-ABC0-4E3E-9516-5E834E1F82C4}" type="parTrans" cxnId="{56272F8F-9724-4615-922A-BF2F72AA43C2}">
      <dgm:prSet/>
      <dgm:spPr/>
      <dgm:t>
        <a:bodyPr/>
        <a:lstStyle/>
        <a:p>
          <a:endParaRPr lang="en-US"/>
        </a:p>
      </dgm:t>
    </dgm:pt>
    <dgm:pt modelId="{50D231EC-9B5E-4786-AD49-7244170BB0B0}" type="sibTrans" cxnId="{56272F8F-9724-4615-922A-BF2F72AA43C2}">
      <dgm:prSet/>
      <dgm:spPr/>
      <dgm:t>
        <a:bodyPr/>
        <a:lstStyle/>
        <a:p>
          <a:endParaRPr lang="en-US"/>
        </a:p>
      </dgm:t>
    </dgm:pt>
    <dgm:pt modelId="{77F73AE0-7F64-42FF-BFCE-18AC5CEB7D59}">
      <dgm:prSet/>
      <dgm:spPr/>
      <dgm:t>
        <a:bodyPr/>
        <a:lstStyle/>
        <a:p>
          <a:pPr>
            <a:lnSpc>
              <a:spcPct val="100000"/>
            </a:lnSpc>
          </a:pPr>
          <a:r>
            <a:rPr lang="en-ZA"/>
            <a:t>What leadership means in teams (concepts and core theories)</a:t>
          </a:r>
          <a:endParaRPr lang="en-US"/>
        </a:p>
      </dgm:t>
    </dgm:pt>
    <dgm:pt modelId="{4C1B667F-8912-4272-A42D-1D7956E9E1F6}" type="parTrans" cxnId="{15579DE2-A919-4394-B25A-F667DE4DD099}">
      <dgm:prSet/>
      <dgm:spPr/>
      <dgm:t>
        <a:bodyPr/>
        <a:lstStyle/>
        <a:p>
          <a:endParaRPr lang="en-US"/>
        </a:p>
      </dgm:t>
    </dgm:pt>
    <dgm:pt modelId="{9F8B1BD4-D735-44F8-BFF0-B78BFBF1F9C4}" type="sibTrans" cxnId="{15579DE2-A919-4394-B25A-F667DE4DD099}">
      <dgm:prSet/>
      <dgm:spPr/>
      <dgm:t>
        <a:bodyPr/>
        <a:lstStyle/>
        <a:p>
          <a:endParaRPr lang="en-US"/>
        </a:p>
      </dgm:t>
    </dgm:pt>
    <dgm:pt modelId="{57AB0A0A-8573-46AB-B2E2-1BFB817AA664}">
      <dgm:prSet/>
      <dgm:spPr/>
      <dgm:t>
        <a:bodyPr/>
        <a:lstStyle/>
        <a:p>
          <a:pPr>
            <a:lnSpc>
              <a:spcPct val="100000"/>
            </a:lnSpc>
          </a:pPr>
          <a:r>
            <a:rPr lang="en-ZA"/>
            <a:t>How leadership enables project success (application)</a:t>
          </a:r>
          <a:endParaRPr lang="en-US"/>
        </a:p>
      </dgm:t>
    </dgm:pt>
    <dgm:pt modelId="{9A804688-E0C8-4354-A506-786F5D776073}" type="parTrans" cxnId="{627FC3B5-8642-44BB-BC5F-934B12803D4E}">
      <dgm:prSet/>
      <dgm:spPr/>
      <dgm:t>
        <a:bodyPr/>
        <a:lstStyle/>
        <a:p>
          <a:endParaRPr lang="en-US"/>
        </a:p>
      </dgm:t>
    </dgm:pt>
    <dgm:pt modelId="{24124B01-2D02-45E9-8310-E306069E3FC8}" type="sibTrans" cxnId="{627FC3B5-8642-44BB-BC5F-934B12803D4E}">
      <dgm:prSet/>
      <dgm:spPr/>
      <dgm:t>
        <a:bodyPr/>
        <a:lstStyle/>
        <a:p>
          <a:endParaRPr lang="en-US"/>
        </a:p>
      </dgm:t>
    </dgm:pt>
    <dgm:pt modelId="{6B9E12F2-2CF8-461A-B72B-572A0E478C6D}">
      <dgm:prSet/>
      <dgm:spPr/>
      <dgm:t>
        <a:bodyPr/>
        <a:lstStyle/>
        <a:p>
          <a:pPr>
            <a:lnSpc>
              <a:spcPct val="100000"/>
            </a:lnSpc>
          </a:pPr>
          <a:r>
            <a:rPr lang="en-ZA"/>
            <a:t>Practical lessons: what effective leaders do across a project lifecycle</a:t>
          </a:r>
          <a:endParaRPr lang="en-US"/>
        </a:p>
      </dgm:t>
    </dgm:pt>
    <dgm:pt modelId="{0D44FC42-A9BC-4ADB-8102-6ECB90ADA74E}" type="parTrans" cxnId="{1514E8C6-5CAD-4514-A902-BDA8717884B3}">
      <dgm:prSet/>
      <dgm:spPr/>
      <dgm:t>
        <a:bodyPr/>
        <a:lstStyle/>
        <a:p>
          <a:endParaRPr lang="en-US"/>
        </a:p>
      </dgm:t>
    </dgm:pt>
    <dgm:pt modelId="{05180232-C390-4EA3-8309-832F19C277F3}" type="sibTrans" cxnId="{1514E8C6-5CAD-4514-A902-BDA8717884B3}">
      <dgm:prSet/>
      <dgm:spPr/>
      <dgm:t>
        <a:bodyPr/>
        <a:lstStyle/>
        <a:p>
          <a:endParaRPr lang="en-US"/>
        </a:p>
      </dgm:t>
    </dgm:pt>
    <dgm:pt modelId="{A5337314-AEE6-42E3-8370-209C1B46CA4A}" type="pres">
      <dgm:prSet presAssocID="{E8026904-E146-43BD-AD7F-8483A2216630}" presName="root" presStyleCnt="0">
        <dgm:presLayoutVars>
          <dgm:dir/>
          <dgm:resizeHandles val="exact"/>
        </dgm:presLayoutVars>
      </dgm:prSet>
      <dgm:spPr/>
    </dgm:pt>
    <dgm:pt modelId="{E3EE48F9-4DD8-43F8-901D-24E6A9A70EB0}" type="pres">
      <dgm:prSet presAssocID="{CA731B7F-C063-449E-932A-93BDBD2CBA92}" presName="compNode" presStyleCnt="0"/>
      <dgm:spPr/>
    </dgm:pt>
    <dgm:pt modelId="{D47321DE-5202-48DB-9958-4A7F1D68A3ED}" type="pres">
      <dgm:prSet presAssocID="{CA731B7F-C063-449E-932A-93BDBD2CBA92}" presName="bgRect" presStyleLbl="bgShp" presStyleIdx="0" presStyleCnt="5"/>
      <dgm:spPr/>
    </dgm:pt>
    <dgm:pt modelId="{E64CC808-0535-45E5-A585-3B2210DBF1C2}" type="pres">
      <dgm:prSet presAssocID="{CA731B7F-C063-449E-932A-93BDBD2CBA92}"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eeting"/>
        </a:ext>
      </dgm:extLst>
    </dgm:pt>
    <dgm:pt modelId="{06AE9DCD-2D80-4371-B373-BF46DA8D0D89}" type="pres">
      <dgm:prSet presAssocID="{CA731B7F-C063-449E-932A-93BDBD2CBA92}" presName="spaceRect" presStyleCnt="0"/>
      <dgm:spPr/>
    </dgm:pt>
    <dgm:pt modelId="{3BA6D7F1-F9FA-49A9-9613-A43F873C9FE7}" type="pres">
      <dgm:prSet presAssocID="{CA731B7F-C063-449E-932A-93BDBD2CBA92}" presName="parTx" presStyleLbl="revTx" presStyleIdx="0" presStyleCnt="5">
        <dgm:presLayoutVars>
          <dgm:chMax val="0"/>
          <dgm:chPref val="0"/>
        </dgm:presLayoutVars>
      </dgm:prSet>
      <dgm:spPr/>
    </dgm:pt>
    <dgm:pt modelId="{6067EA00-D1EC-4449-A56B-624B3721B2F6}" type="pres">
      <dgm:prSet presAssocID="{29A19B2D-F123-4EA3-9DDD-EDB86DF507CC}" presName="sibTrans" presStyleCnt="0"/>
      <dgm:spPr/>
    </dgm:pt>
    <dgm:pt modelId="{98A05C0F-2557-4F69-88A6-42B0CEAF5CF8}" type="pres">
      <dgm:prSet presAssocID="{858E2DC5-3D49-4B82-8D55-F3E5641DC4EE}" presName="compNode" presStyleCnt="0"/>
      <dgm:spPr/>
    </dgm:pt>
    <dgm:pt modelId="{C991A47B-76D5-44CF-9528-7ABDE1A23213}" type="pres">
      <dgm:prSet presAssocID="{858E2DC5-3D49-4B82-8D55-F3E5641DC4EE}" presName="bgRect" presStyleLbl="bgShp" presStyleIdx="1" presStyleCnt="5"/>
      <dgm:spPr/>
    </dgm:pt>
    <dgm:pt modelId="{FC4A81BA-58CE-45B0-BCAA-C712ADD0EE41}" type="pres">
      <dgm:prSet presAssocID="{858E2DC5-3D49-4B82-8D55-F3E5641DC4EE}"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ers"/>
        </a:ext>
      </dgm:extLst>
    </dgm:pt>
    <dgm:pt modelId="{8684624F-4D64-4964-8D81-BEFDA692E29E}" type="pres">
      <dgm:prSet presAssocID="{858E2DC5-3D49-4B82-8D55-F3E5641DC4EE}" presName="spaceRect" presStyleCnt="0"/>
      <dgm:spPr/>
    </dgm:pt>
    <dgm:pt modelId="{F436B7A0-83C3-4E99-B0D6-B5A085531C14}" type="pres">
      <dgm:prSet presAssocID="{858E2DC5-3D49-4B82-8D55-F3E5641DC4EE}" presName="parTx" presStyleLbl="revTx" presStyleIdx="1" presStyleCnt="5">
        <dgm:presLayoutVars>
          <dgm:chMax val="0"/>
          <dgm:chPref val="0"/>
        </dgm:presLayoutVars>
      </dgm:prSet>
      <dgm:spPr/>
    </dgm:pt>
    <dgm:pt modelId="{5AE5902B-27F3-4E66-B210-86A448BB5F0F}" type="pres">
      <dgm:prSet presAssocID="{50D231EC-9B5E-4786-AD49-7244170BB0B0}" presName="sibTrans" presStyleCnt="0"/>
      <dgm:spPr/>
    </dgm:pt>
    <dgm:pt modelId="{7777CE65-5978-47B2-A5D7-022C7228A11F}" type="pres">
      <dgm:prSet presAssocID="{77F73AE0-7F64-42FF-BFCE-18AC5CEB7D59}" presName="compNode" presStyleCnt="0"/>
      <dgm:spPr/>
    </dgm:pt>
    <dgm:pt modelId="{7AA5244A-7F43-4830-96DA-D88CDC3762EB}" type="pres">
      <dgm:prSet presAssocID="{77F73AE0-7F64-42FF-BFCE-18AC5CEB7D59}" presName="bgRect" presStyleLbl="bgShp" presStyleIdx="2" presStyleCnt="5"/>
      <dgm:spPr/>
    </dgm:pt>
    <dgm:pt modelId="{EE2BEA8A-779B-49C0-B154-6DC1BFCCAA35}" type="pres">
      <dgm:prSet presAssocID="{77F73AE0-7F64-42FF-BFCE-18AC5CEB7D59}"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ecturer"/>
        </a:ext>
      </dgm:extLst>
    </dgm:pt>
    <dgm:pt modelId="{DB4B34D6-6914-4F3D-9E0A-6EA0FD9E7B58}" type="pres">
      <dgm:prSet presAssocID="{77F73AE0-7F64-42FF-BFCE-18AC5CEB7D59}" presName="spaceRect" presStyleCnt="0"/>
      <dgm:spPr/>
    </dgm:pt>
    <dgm:pt modelId="{841020AC-3750-49F8-93CB-0F6C85BEB934}" type="pres">
      <dgm:prSet presAssocID="{77F73AE0-7F64-42FF-BFCE-18AC5CEB7D59}" presName="parTx" presStyleLbl="revTx" presStyleIdx="2" presStyleCnt="5">
        <dgm:presLayoutVars>
          <dgm:chMax val="0"/>
          <dgm:chPref val="0"/>
        </dgm:presLayoutVars>
      </dgm:prSet>
      <dgm:spPr/>
    </dgm:pt>
    <dgm:pt modelId="{38C8D090-F6BF-42D6-A5B1-988FDAF316C2}" type="pres">
      <dgm:prSet presAssocID="{9F8B1BD4-D735-44F8-BFF0-B78BFBF1F9C4}" presName="sibTrans" presStyleCnt="0"/>
      <dgm:spPr/>
    </dgm:pt>
    <dgm:pt modelId="{BC22A170-5B5C-4FF3-AEE4-599D9D2F4B47}" type="pres">
      <dgm:prSet presAssocID="{57AB0A0A-8573-46AB-B2E2-1BFB817AA664}" presName="compNode" presStyleCnt="0"/>
      <dgm:spPr/>
    </dgm:pt>
    <dgm:pt modelId="{1431C9B4-8716-49BC-B6B4-BC803FE9B1C1}" type="pres">
      <dgm:prSet presAssocID="{57AB0A0A-8573-46AB-B2E2-1BFB817AA664}" presName="bgRect" presStyleLbl="bgShp" presStyleIdx="3" presStyleCnt="5"/>
      <dgm:spPr/>
    </dgm:pt>
    <dgm:pt modelId="{D45D805B-96A3-4AF0-83F0-C6CFADAAB3D4}" type="pres">
      <dgm:prSet presAssocID="{57AB0A0A-8573-46AB-B2E2-1BFB817AA664}"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ycle with People"/>
        </a:ext>
      </dgm:extLst>
    </dgm:pt>
    <dgm:pt modelId="{91C5E34B-4AC1-42CE-B191-662888052EAE}" type="pres">
      <dgm:prSet presAssocID="{57AB0A0A-8573-46AB-B2E2-1BFB817AA664}" presName="spaceRect" presStyleCnt="0"/>
      <dgm:spPr/>
    </dgm:pt>
    <dgm:pt modelId="{F96912DD-E0B4-4864-ACE2-57F1D5FA33D6}" type="pres">
      <dgm:prSet presAssocID="{57AB0A0A-8573-46AB-B2E2-1BFB817AA664}" presName="parTx" presStyleLbl="revTx" presStyleIdx="3" presStyleCnt="5">
        <dgm:presLayoutVars>
          <dgm:chMax val="0"/>
          <dgm:chPref val="0"/>
        </dgm:presLayoutVars>
      </dgm:prSet>
      <dgm:spPr/>
    </dgm:pt>
    <dgm:pt modelId="{591A49BE-DE23-4F51-894D-1A5790CA053B}" type="pres">
      <dgm:prSet presAssocID="{24124B01-2D02-45E9-8310-E306069E3FC8}" presName="sibTrans" presStyleCnt="0"/>
      <dgm:spPr/>
    </dgm:pt>
    <dgm:pt modelId="{EE4F6F3F-E16C-4034-8755-80AA1EAF1DA9}" type="pres">
      <dgm:prSet presAssocID="{6B9E12F2-2CF8-461A-B72B-572A0E478C6D}" presName="compNode" presStyleCnt="0"/>
      <dgm:spPr/>
    </dgm:pt>
    <dgm:pt modelId="{78503BF6-3E90-475C-A200-E3F023178D56}" type="pres">
      <dgm:prSet presAssocID="{6B9E12F2-2CF8-461A-B72B-572A0E478C6D}" presName="bgRect" presStyleLbl="bgShp" presStyleIdx="4" presStyleCnt="5"/>
      <dgm:spPr/>
    </dgm:pt>
    <dgm:pt modelId="{5CDC4883-5982-4887-AB79-D605CCA67A9B}" type="pres">
      <dgm:prSet presAssocID="{6B9E12F2-2CF8-461A-B72B-572A0E478C6D}"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Head with Gears"/>
        </a:ext>
      </dgm:extLst>
    </dgm:pt>
    <dgm:pt modelId="{3463FF4C-88AB-46D1-96D8-C506D1E1E925}" type="pres">
      <dgm:prSet presAssocID="{6B9E12F2-2CF8-461A-B72B-572A0E478C6D}" presName="spaceRect" presStyleCnt="0"/>
      <dgm:spPr/>
    </dgm:pt>
    <dgm:pt modelId="{E2F669EB-8092-42C2-A476-24A5C6248522}" type="pres">
      <dgm:prSet presAssocID="{6B9E12F2-2CF8-461A-B72B-572A0E478C6D}" presName="parTx" presStyleLbl="revTx" presStyleIdx="4" presStyleCnt="5">
        <dgm:presLayoutVars>
          <dgm:chMax val="0"/>
          <dgm:chPref val="0"/>
        </dgm:presLayoutVars>
      </dgm:prSet>
      <dgm:spPr/>
    </dgm:pt>
  </dgm:ptLst>
  <dgm:cxnLst>
    <dgm:cxn modelId="{6AAFC214-C448-49D2-9367-CA27CDAC146E}" type="presOf" srcId="{77F73AE0-7F64-42FF-BFCE-18AC5CEB7D59}" destId="{841020AC-3750-49F8-93CB-0F6C85BEB934}" srcOrd="0" destOrd="0" presId="urn:microsoft.com/office/officeart/2018/2/layout/IconVerticalSolidList"/>
    <dgm:cxn modelId="{115C2A65-8386-44A2-B481-9D5875B6B5C6}" type="presOf" srcId="{858E2DC5-3D49-4B82-8D55-F3E5641DC4EE}" destId="{F436B7A0-83C3-4E99-B0D6-B5A085531C14}" srcOrd="0" destOrd="0" presId="urn:microsoft.com/office/officeart/2018/2/layout/IconVerticalSolidList"/>
    <dgm:cxn modelId="{3F604E75-CDD6-4C41-A2CC-0A55418B4184}" type="presOf" srcId="{E8026904-E146-43BD-AD7F-8483A2216630}" destId="{A5337314-AEE6-42E3-8370-209C1B46CA4A}" srcOrd="0" destOrd="0" presId="urn:microsoft.com/office/officeart/2018/2/layout/IconVerticalSolidList"/>
    <dgm:cxn modelId="{56272F8F-9724-4615-922A-BF2F72AA43C2}" srcId="{E8026904-E146-43BD-AD7F-8483A2216630}" destId="{858E2DC5-3D49-4B82-8D55-F3E5641DC4EE}" srcOrd="1" destOrd="0" parTransId="{F67E2194-ABC0-4E3E-9516-5E834E1F82C4}" sibTransId="{50D231EC-9B5E-4786-AD49-7244170BB0B0}"/>
    <dgm:cxn modelId="{627FC3B5-8642-44BB-BC5F-934B12803D4E}" srcId="{E8026904-E146-43BD-AD7F-8483A2216630}" destId="{57AB0A0A-8573-46AB-B2E2-1BFB817AA664}" srcOrd="3" destOrd="0" parTransId="{9A804688-E0C8-4354-A506-786F5D776073}" sibTransId="{24124B01-2D02-45E9-8310-E306069E3FC8}"/>
    <dgm:cxn modelId="{1514E8C6-5CAD-4514-A902-BDA8717884B3}" srcId="{E8026904-E146-43BD-AD7F-8483A2216630}" destId="{6B9E12F2-2CF8-461A-B72B-572A0E478C6D}" srcOrd="4" destOrd="0" parTransId="{0D44FC42-A9BC-4ADB-8102-6ECB90ADA74E}" sibTransId="{05180232-C390-4EA3-8309-832F19C277F3}"/>
    <dgm:cxn modelId="{DCADB3CC-4CA3-425E-B7FA-E6CE900F9A1C}" type="presOf" srcId="{6B9E12F2-2CF8-461A-B72B-572A0E478C6D}" destId="{E2F669EB-8092-42C2-A476-24A5C6248522}" srcOrd="0" destOrd="0" presId="urn:microsoft.com/office/officeart/2018/2/layout/IconVerticalSolidList"/>
    <dgm:cxn modelId="{24FA32CD-FBD7-4AC2-B764-C52AC74DE3EB}" type="presOf" srcId="{57AB0A0A-8573-46AB-B2E2-1BFB817AA664}" destId="{F96912DD-E0B4-4864-ACE2-57F1D5FA33D6}" srcOrd="0" destOrd="0" presId="urn:microsoft.com/office/officeart/2018/2/layout/IconVerticalSolidList"/>
    <dgm:cxn modelId="{15579DE2-A919-4394-B25A-F667DE4DD099}" srcId="{E8026904-E146-43BD-AD7F-8483A2216630}" destId="{77F73AE0-7F64-42FF-BFCE-18AC5CEB7D59}" srcOrd="2" destOrd="0" parTransId="{4C1B667F-8912-4272-A42D-1D7956E9E1F6}" sibTransId="{9F8B1BD4-D735-44F8-BFF0-B78BFBF1F9C4}"/>
    <dgm:cxn modelId="{CDCFB8E2-7BF0-480A-86D3-FEE48D6DF0F4}" type="presOf" srcId="{CA731B7F-C063-449E-932A-93BDBD2CBA92}" destId="{3BA6D7F1-F9FA-49A9-9613-A43F873C9FE7}" srcOrd="0" destOrd="0" presId="urn:microsoft.com/office/officeart/2018/2/layout/IconVerticalSolidList"/>
    <dgm:cxn modelId="{9D1128EE-3ECA-4A9C-8E24-C807EC9B951A}" srcId="{E8026904-E146-43BD-AD7F-8483A2216630}" destId="{CA731B7F-C063-449E-932A-93BDBD2CBA92}" srcOrd="0" destOrd="0" parTransId="{1CEFC474-F494-4E3F-825F-3362647BC7F7}" sibTransId="{29A19B2D-F123-4EA3-9DDD-EDB86DF507CC}"/>
    <dgm:cxn modelId="{0A294602-7227-40D9-817A-F6DBCD731E8E}" type="presParOf" srcId="{A5337314-AEE6-42E3-8370-209C1B46CA4A}" destId="{E3EE48F9-4DD8-43F8-901D-24E6A9A70EB0}" srcOrd="0" destOrd="0" presId="urn:microsoft.com/office/officeart/2018/2/layout/IconVerticalSolidList"/>
    <dgm:cxn modelId="{7F7D209F-5F89-402A-992B-177D23EC491E}" type="presParOf" srcId="{E3EE48F9-4DD8-43F8-901D-24E6A9A70EB0}" destId="{D47321DE-5202-48DB-9958-4A7F1D68A3ED}" srcOrd="0" destOrd="0" presId="urn:microsoft.com/office/officeart/2018/2/layout/IconVerticalSolidList"/>
    <dgm:cxn modelId="{80B0C938-3636-4126-A103-75EF91A03B4E}" type="presParOf" srcId="{E3EE48F9-4DD8-43F8-901D-24E6A9A70EB0}" destId="{E64CC808-0535-45E5-A585-3B2210DBF1C2}" srcOrd="1" destOrd="0" presId="urn:microsoft.com/office/officeart/2018/2/layout/IconVerticalSolidList"/>
    <dgm:cxn modelId="{397B8DA2-E4B9-40CF-AC81-C56304D341C3}" type="presParOf" srcId="{E3EE48F9-4DD8-43F8-901D-24E6A9A70EB0}" destId="{06AE9DCD-2D80-4371-B373-BF46DA8D0D89}" srcOrd="2" destOrd="0" presId="urn:microsoft.com/office/officeart/2018/2/layout/IconVerticalSolidList"/>
    <dgm:cxn modelId="{3A13D736-3160-4C16-AEE4-4A3D74AAB4E2}" type="presParOf" srcId="{E3EE48F9-4DD8-43F8-901D-24E6A9A70EB0}" destId="{3BA6D7F1-F9FA-49A9-9613-A43F873C9FE7}" srcOrd="3" destOrd="0" presId="urn:microsoft.com/office/officeart/2018/2/layout/IconVerticalSolidList"/>
    <dgm:cxn modelId="{0AF68FF2-3D29-47FE-828D-FD2DC23CB1FC}" type="presParOf" srcId="{A5337314-AEE6-42E3-8370-209C1B46CA4A}" destId="{6067EA00-D1EC-4449-A56B-624B3721B2F6}" srcOrd="1" destOrd="0" presId="urn:microsoft.com/office/officeart/2018/2/layout/IconVerticalSolidList"/>
    <dgm:cxn modelId="{A320485D-03D5-4F41-BEB7-553E6389416D}" type="presParOf" srcId="{A5337314-AEE6-42E3-8370-209C1B46CA4A}" destId="{98A05C0F-2557-4F69-88A6-42B0CEAF5CF8}" srcOrd="2" destOrd="0" presId="urn:microsoft.com/office/officeart/2018/2/layout/IconVerticalSolidList"/>
    <dgm:cxn modelId="{A50F32DC-6B98-4A09-9C8F-D45D0E9CD226}" type="presParOf" srcId="{98A05C0F-2557-4F69-88A6-42B0CEAF5CF8}" destId="{C991A47B-76D5-44CF-9528-7ABDE1A23213}" srcOrd="0" destOrd="0" presId="urn:microsoft.com/office/officeart/2018/2/layout/IconVerticalSolidList"/>
    <dgm:cxn modelId="{68A5D5AF-84A4-4936-ADDB-4654B768756A}" type="presParOf" srcId="{98A05C0F-2557-4F69-88A6-42B0CEAF5CF8}" destId="{FC4A81BA-58CE-45B0-BCAA-C712ADD0EE41}" srcOrd="1" destOrd="0" presId="urn:microsoft.com/office/officeart/2018/2/layout/IconVerticalSolidList"/>
    <dgm:cxn modelId="{7FDD1EA0-65B7-42D0-88D6-7B82AD8FDBE1}" type="presParOf" srcId="{98A05C0F-2557-4F69-88A6-42B0CEAF5CF8}" destId="{8684624F-4D64-4964-8D81-BEFDA692E29E}" srcOrd="2" destOrd="0" presId="urn:microsoft.com/office/officeart/2018/2/layout/IconVerticalSolidList"/>
    <dgm:cxn modelId="{D42E3C94-FCF4-4381-A007-C017F7F40FF0}" type="presParOf" srcId="{98A05C0F-2557-4F69-88A6-42B0CEAF5CF8}" destId="{F436B7A0-83C3-4E99-B0D6-B5A085531C14}" srcOrd="3" destOrd="0" presId="urn:microsoft.com/office/officeart/2018/2/layout/IconVerticalSolidList"/>
    <dgm:cxn modelId="{CC7179BC-08AF-4567-963C-F67F9B0F6ED3}" type="presParOf" srcId="{A5337314-AEE6-42E3-8370-209C1B46CA4A}" destId="{5AE5902B-27F3-4E66-B210-86A448BB5F0F}" srcOrd="3" destOrd="0" presId="urn:microsoft.com/office/officeart/2018/2/layout/IconVerticalSolidList"/>
    <dgm:cxn modelId="{BFC55451-80D9-413C-ADE3-C5F20A1F745D}" type="presParOf" srcId="{A5337314-AEE6-42E3-8370-209C1B46CA4A}" destId="{7777CE65-5978-47B2-A5D7-022C7228A11F}" srcOrd="4" destOrd="0" presId="urn:microsoft.com/office/officeart/2018/2/layout/IconVerticalSolidList"/>
    <dgm:cxn modelId="{4C0B556A-60A6-49AD-A618-F2701249BB76}" type="presParOf" srcId="{7777CE65-5978-47B2-A5D7-022C7228A11F}" destId="{7AA5244A-7F43-4830-96DA-D88CDC3762EB}" srcOrd="0" destOrd="0" presId="urn:microsoft.com/office/officeart/2018/2/layout/IconVerticalSolidList"/>
    <dgm:cxn modelId="{9FD8FEB0-FEF6-4803-8840-BACEFC636946}" type="presParOf" srcId="{7777CE65-5978-47B2-A5D7-022C7228A11F}" destId="{EE2BEA8A-779B-49C0-B154-6DC1BFCCAA35}" srcOrd="1" destOrd="0" presId="urn:microsoft.com/office/officeart/2018/2/layout/IconVerticalSolidList"/>
    <dgm:cxn modelId="{841A262E-BFA5-4F07-B0AA-DE80AFABD3CA}" type="presParOf" srcId="{7777CE65-5978-47B2-A5D7-022C7228A11F}" destId="{DB4B34D6-6914-4F3D-9E0A-6EA0FD9E7B58}" srcOrd="2" destOrd="0" presId="urn:microsoft.com/office/officeart/2018/2/layout/IconVerticalSolidList"/>
    <dgm:cxn modelId="{B59613F2-58D6-498D-B889-DF0E70E5D8ED}" type="presParOf" srcId="{7777CE65-5978-47B2-A5D7-022C7228A11F}" destId="{841020AC-3750-49F8-93CB-0F6C85BEB934}" srcOrd="3" destOrd="0" presId="urn:microsoft.com/office/officeart/2018/2/layout/IconVerticalSolidList"/>
    <dgm:cxn modelId="{6DB76FF3-5193-43B9-A5A5-134D91FD2B00}" type="presParOf" srcId="{A5337314-AEE6-42E3-8370-209C1B46CA4A}" destId="{38C8D090-F6BF-42D6-A5B1-988FDAF316C2}" srcOrd="5" destOrd="0" presId="urn:microsoft.com/office/officeart/2018/2/layout/IconVerticalSolidList"/>
    <dgm:cxn modelId="{5B6AE26C-5C71-4692-99EF-19D03ADDD93D}" type="presParOf" srcId="{A5337314-AEE6-42E3-8370-209C1B46CA4A}" destId="{BC22A170-5B5C-4FF3-AEE4-599D9D2F4B47}" srcOrd="6" destOrd="0" presId="urn:microsoft.com/office/officeart/2018/2/layout/IconVerticalSolidList"/>
    <dgm:cxn modelId="{382CFC0D-99F1-498D-B5BA-BE9FD30700DB}" type="presParOf" srcId="{BC22A170-5B5C-4FF3-AEE4-599D9D2F4B47}" destId="{1431C9B4-8716-49BC-B6B4-BC803FE9B1C1}" srcOrd="0" destOrd="0" presId="urn:microsoft.com/office/officeart/2018/2/layout/IconVerticalSolidList"/>
    <dgm:cxn modelId="{21DAB231-AA15-46E9-B67E-955DFDAF8AA4}" type="presParOf" srcId="{BC22A170-5B5C-4FF3-AEE4-599D9D2F4B47}" destId="{D45D805B-96A3-4AF0-83F0-C6CFADAAB3D4}" srcOrd="1" destOrd="0" presId="urn:microsoft.com/office/officeart/2018/2/layout/IconVerticalSolidList"/>
    <dgm:cxn modelId="{C6CDBBAC-3C60-4F77-9513-AFA696833829}" type="presParOf" srcId="{BC22A170-5B5C-4FF3-AEE4-599D9D2F4B47}" destId="{91C5E34B-4AC1-42CE-B191-662888052EAE}" srcOrd="2" destOrd="0" presId="urn:microsoft.com/office/officeart/2018/2/layout/IconVerticalSolidList"/>
    <dgm:cxn modelId="{F54B062F-D76B-4F43-BB65-2E5131E029BA}" type="presParOf" srcId="{BC22A170-5B5C-4FF3-AEE4-599D9D2F4B47}" destId="{F96912DD-E0B4-4864-ACE2-57F1D5FA33D6}" srcOrd="3" destOrd="0" presId="urn:microsoft.com/office/officeart/2018/2/layout/IconVerticalSolidList"/>
    <dgm:cxn modelId="{DA6BE728-0BF8-4BCA-B93F-0277F0AA0AA9}" type="presParOf" srcId="{A5337314-AEE6-42E3-8370-209C1B46CA4A}" destId="{591A49BE-DE23-4F51-894D-1A5790CA053B}" srcOrd="7" destOrd="0" presId="urn:microsoft.com/office/officeart/2018/2/layout/IconVerticalSolidList"/>
    <dgm:cxn modelId="{D091BE8F-ABF1-43EC-AF64-73AF8B6240FF}" type="presParOf" srcId="{A5337314-AEE6-42E3-8370-209C1B46CA4A}" destId="{EE4F6F3F-E16C-4034-8755-80AA1EAF1DA9}" srcOrd="8" destOrd="0" presId="urn:microsoft.com/office/officeart/2018/2/layout/IconVerticalSolidList"/>
    <dgm:cxn modelId="{760C0FD9-5760-4593-96B0-F75E43EBC7B8}" type="presParOf" srcId="{EE4F6F3F-E16C-4034-8755-80AA1EAF1DA9}" destId="{78503BF6-3E90-475C-A200-E3F023178D56}" srcOrd="0" destOrd="0" presId="urn:microsoft.com/office/officeart/2018/2/layout/IconVerticalSolidList"/>
    <dgm:cxn modelId="{AA4EE478-4E42-4977-AC5E-9013D1FAD068}" type="presParOf" srcId="{EE4F6F3F-E16C-4034-8755-80AA1EAF1DA9}" destId="{5CDC4883-5982-4887-AB79-D605CCA67A9B}" srcOrd="1" destOrd="0" presId="urn:microsoft.com/office/officeart/2018/2/layout/IconVerticalSolidList"/>
    <dgm:cxn modelId="{6F25F725-0AF3-424C-AB2C-E8E7FC1383F7}" type="presParOf" srcId="{EE4F6F3F-E16C-4034-8755-80AA1EAF1DA9}" destId="{3463FF4C-88AB-46D1-96D8-C506D1E1E925}" srcOrd="2" destOrd="0" presId="urn:microsoft.com/office/officeart/2018/2/layout/IconVerticalSolidList"/>
    <dgm:cxn modelId="{9EB4D290-7AC8-4A36-AD4E-3336C477C49F}" type="presParOf" srcId="{EE4F6F3F-E16C-4034-8755-80AA1EAF1DA9}" destId="{E2F669EB-8092-42C2-A476-24A5C6248522}"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3C14F4-1597-440C-83F0-83316D25ABD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16FBD58-EC62-4350-8019-10953C27AA52}">
      <dgm:prSet/>
      <dgm:spPr/>
      <dgm:t>
        <a:bodyPr/>
        <a:lstStyle/>
        <a:p>
          <a:pPr>
            <a:lnSpc>
              <a:spcPct val="100000"/>
            </a:lnSpc>
          </a:pPr>
          <a:r>
            <a:rPr lang="en-ZA"/>
            <a:t>By the end of the session, you should be able to:</a:t>
          </a:r>
          <a:endParaRPr lang="en-US"/>
        </a:p>
      </dgm:t>
    </dgm:pt>
    <dgm:pt modelId="{AF4237C8-A802-432D-84D2-3F9C20AFF027}" type="parTrans" cxnId="{884C23AF-D598-46B5-8CC4-69F79FEA7F3E}">
      <dgm:prSet/>
      <dgm:spPr/>
      <dgm:t>
        <a:bodyPr/>
        <a:lstStyle/>
        <a:p>
          <a:endParaRPr lang="en-US"/>
        </a:p>
      </dgm:t>
    </dgm:pt>
    <dgm:pt modelId="{610BC009-3BD5-44AC-ABE9-46D5463E2528}" type="sibTrans" cxnId="{884C23AF-D598-46B5-8CC4-69F79FEA7F3E}">
      <dgm:prSet/>
      <dgm:spPr/>
      <dgm:t>
        <a:bodyPr/>
        <a:lstStyle/>
        <a:p>
          <a:endParaRPr lang="en-US"/>
        </a:p>
      </dgm:t>
    </dgm:pt>
    <dgm:pt modelId="{9A6CBEEA-C6D4-4672-BFF4-238F29A4F3B4}">
      <dgm:prSet/>
      <dgm:spPr/>
      <dgm:t>
        <a:bodyPr/>
        <a:lstStyle/>
        <a:p>
          <a:pPr>
            <a:lnSpc>
              <a:spcPct val="100000"/>
            </a:lnSpc>
          </a:pPr>
          <a:r>
            <a:rPr lang="en-ZA"/>
            <a:t>Define a project and explain how it differs from routine work</a:t>
          </a:r>
          <a:endParaRPr lang="en-US"/>
        </a:p>
      </dgm:t>
    </dgm:pt>
    <dgm:pt modelId="{64A3F977-DB8B-4B89-8EAC-5D07A0B7744B}" type="parTrans" cxnId="{2C6044E9-14B2-484A-A4EF-77152C0390A6}">
      <dgm:prSet/>
      <dgm:spPr/>
      <dgm:t>
        <a:bodyPr/>
        <a:lstStyle/>
        <a:p>
          <a:endParaRPr lang="en-US"/>
        </a:p>
      </dgm:t>
    </dgm:pt>
    <dgm:pt modelId="{EF8E9427-3156-40DA-AB4A-DEE37677DE63}" type="sibTrans" cxnId="{2C6044E9-14B2-484A-A4EF-77152C0390A6}">
      <dgm:prSet/>
      <dgm:spPr/>
      <dgm:t>
        <a:bodyPr/>
        <a:lstStyle/>
        <a:p>
          <a:endParaRPr lang="en-US"/>
        </a:p>
      </dgm:t>
    </dgm:pt>
    <dgm:pt modelId="{B5DC0144-F881-4E9C-9EDA-5B9DB430C838}">
      <dgm:prSet/>
      <dgm:spPr/>
      <dgm:t>
        <a:bodyPr/>
        <a:lstStyle/>
        <a:p>
          <a:pPr>
            <a:lnSpc>
              <a:spcPct val="100000"/>
            </a:lnSpc>
          </a:pPr>
          <a:r>
            <a:rPr lang="en-ZA"/>
            <a:t>Describe how project teams are formed and why they are often cross-functional</a:t>
          </a:r>
          <a:endParaRPr lang="en-US"/>
        </a:p>
      </dgm:t>
    </dgm:pt>
    <dgm:pt modelId="{56A995CE-63FC-4EE6-B21A-F465E922738A}" type="parTrans" cxnId="{0582712B-F3BC-4AA7-BE74-E83659E709E8}">
      <dgm:prSet/>
      <dgm:spPr/>
      <dgm:t>
        <a:bodyPr/>
        <a:lstStyle/>
        <a:p>
          <a:endParaRPr lang="en-US"/>
        </a:p>
      </dgm:t>
    </dgm:pt>
    <dgm:pt modelId="{07F53986-E763-439F-8EDD-266FFD9FDE87}" type="sibTrans" cxnId="{0582712B-F3BC-4AA7-BE74-E83659E709E8}">
      <dgm:prSet/>
      <dgm:spPr/>
      <dgm:t>
        <a:bodyPr/>
        <a:lstStyle/>
        <a:p>
          <a:endParaRPr lang="en-US"/>
        </a:p>
      </dgm:t>
    </dgm:pt>
    <dgm:pt modelId="{3760910B-405D-4F30-A0E5-E5D9038D72A9}">
      <dgm:prSet/>
      <dgm:spPr/>
      <dgm:t>
        <a:bodyPr/>
        <a:lstStyle/>
        <a:p>
          <a:pPr>
            <a:lnSpc>
              <a:spcPct val="100000"/>
            </a:lnSpc>
          </a:pPr>
          <a:r>
            <a:rPr lang="en-ZA"/>
            <a:t>Explain leadership in teams using key theories and models</a:t>
          </a:r>
          <a:endParaRPr lang="en-US"/>
        </a:p>
      </dgm:t>
    </dgm:pt>
    <dgm:pt modelId="{56EC4F42-822D-4637-BA8A-981C50F54AB1}" type="parTrans" cxnId="{015989DE-0476-4EEC-8A6C-9F01D4735143}">
      <dgm:prSet/>
      <dgm:spPr/>
      <dgm:t>
        <a:bodyPr/>
        <a:lstStyle/>
        <a:p>
          <a:endParaRPr lang="en-US"/>
        </a:p>
      </dgm:t>
    </dgm:pt>
    <dgm:pt modelId="{89F5733F-1E8C-43DE-A515-2D29F38DB166}" type="sibTrans" cxnId="{015989DE-0476-4EEC-8A6C-9F01D4735143}">
      <dgm:prSet/>
      <dgm:spPr/>
      <dgm:t>
        <a:bodyPr/>
        <a:lstStyle/>
        <a:p>
          <a:endParaRPr lang="en-US"/>
        </a:p>
      </dgm:t>
    </dgm:pt>
    <dgm:pt modelId="{A6E8D096-7120-472B-B53B-341B721C0B23}">
      <dgm:prSet/>
      <dgm:spPr/>
      <dgm:t>
        <a:bodyPr/>
        <a:lstStyle/>
        <a:p>
          <a:pPr>
            <a:lnSpc>
              <a:spcPct val="100000"/>
            </a:lnSpc>
          </a:pPr>
          <a:r>
            <a:rPr lang="en-ZA"/>
            <a:t>Apply leadership concepts to real project team challenges (communication, conflict, motivation, deadlines)</a:t>
          </a:r>
          <a:endParaRPr lang="en-US"/>
        </a:p>
      </dgm:t>
    </dgm:pt>
    <dgm:pt modelId="{F5C8483C-141D-4BB5-98C2-CAB49F61E1EA}" type="parTrans" cxnId="{E64DFFEC-0DB5-4C63-952E-063932CD0EF3}">
      <dgm:prSet/>
      <dgm:spPr/>
      <dgm:t>
        <a:bodyPr/>
        <a:lstStyle/>
        <a:p>
          <a:endParaRPr lang="en-US"/>
        </a:p>
      </dgm:t>
    </dgm:pt>
    <dgm:pt modelId="{119DF47E-E63C-4B1C-B6FE-8D4870BBF2AA}" type="sibTrans" cxnId="{E64DFFEC-0DB5-4C63-952E-063932CD0EF3}">
      <dgm:prSet/>
      <dgm:spPr/>
      <dgm:t>
        <a:bodyPr/>
        <a:lstStyle/>
        <a:p>
          <a:endParaRPr lang="en-US"/>
        </a:p>
      </dgm:t>
    </dgm:pt>
    <dgm:pt modelId="{8C7A3075-2C16-40A0-8BA9-A7202CFE584B}">
      <dgm:prSet/>
      <dgm:spPr/>
      <dgm:t>
        <a:bodyPr/>
        <a:lstStyle/>
        <a:p>
          <a:pPr>
            <a:lnSpc>
              <a:spcPct val="100000"/>
            </a:lnSpc>
          </a:pPr>
          <a:r>
            <a:rPr lang="en-ZA"/>
            <a:t>Connect project outcomes to leadership behaviours and team dynamics</a:t>
          </a:r>
          <a:endParaRPr lang="en-US"/>
        </a:p>
      </dgm:t>
    </dgm:pt>
    <dgm:pt modelId="{C83E6CE2-095B-4CFD-9CC8-C2454394C702}" type="parTrans" cxnId="{5FE4F42E-F7CF-4213-BF0F-E1CE262409ED}">
      <dgm:prSet/>
      <dgm:spPr/>
      <dgm:t>
        <a:bodyPr/>
        <a:lstStyle/>
        <a:p>
          <a:endParaRPr lang="en-US"/>
        </a:p>
      </dgm:t>
    </dgm:pt>
    <dgm:pt modelId="{E4F9BC6A-6B46-4365-9909-B1F385C9DF3C}" type="sibTrans" cxnId="{5FE4F42E-F7CF-4213-BF0F-E1CE262409ED}">
      <dgm:prSet/>
      <dgm:spPr/>
      <dgm:t>
        <a:bodyPr/>
        <a:lstStyle/>
        <a:p>
          <a:endParaRPr lang="en-US"/>
        </a:p>
      </dgm:t>
    </dgm:pt>
    <dgm:pt modelId="{76D0B0DC-113C-478C-A694-BD7EC6543E3B}" type="pres">
      <dgm:prSet presAssocID="{1E3C14F4-1597-440C-83F0-83316D25ABD1}" presName="root" presStyleCnt="0">
        <dgm:presLayoutVars>
          <dgm:dir/>
          <dgm:resizeHandles val="exact"/>
        </dgm:presLayoutVars>
      </dgm:prSet>
      <dgm:spPr/>
    </dgm:pt>
    <dgm:pt modelId="{13C71902-B3FB-45A1-803C-9CEB0B17C45F}" type="pres">
      <dgm:prSet presAssocID="{E16FBD58-EC62-4350-8019-10953C27AA52}" presName="compNode" presStyleCnt="0"/>
      <dgm:spPr/>
    </dgm:pt>
    <dgm:pt modelId="{8E9FBCA1-2672-4817-A13E-2145D0A52A6C}" type="pres">
      <dgm:prSet presAssocID="{E16FBD58-EC62-4350-8019-10953C27AA52}" presName="bgRect" presStyleLbl="bgShp" presStyleIdx="0" presStyleCnt="6"/>
      <dgm:spPr/>
    </dgm:pt>
    <dgm:pt modelId="{9B576102-B785-4567-AE2A-ED29A5E8ABAB}" type="pres">
      <dgm:prSet presAssocID="{E16FBD58-EC62-4350-8019-10953C27AA52}"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 List"/>
        </a:ext>
      </dgm:extLst>
    </dgm:pt>
    <dgm:pt modelId="{5EE881C7-DDF7-44CA-B9F5-71210520C283}" type="pres">
      <dgm:prSet presAssocID="{E16FBD58-EC62-4350-8019-10953C27AA52}" presName="spaceRect" presStyleCnt="0"/>
      <dgm:spPr/>
    </dgm:pt>
    <dgm:pt modelId="{D9280DBC-E3D6-4EBD-B959-084F703BB8CA}" type="pres">
      <dgm:prSet presAssocID="{E16FBD58-EC62-4350-8019-10953C27AA52}" presName="parTx" presStyleLbl="revTx" presStyleIdx="0" presStyleCnt="6">
        <dgm:presLayoutVars>
          <dgm:chMax val="0"/>
          <dgm:chPref val="0"/>
        </dgm:presLayoutVars>
      </dgm:prSet>
      <dgm:spPr/>
    </dgm:pt>
    <dgm:pt modelId="{227A7782-0325-4F07-940D-2635FC791B42}" type="pres">
      <dgm:prSet presAssocID="{610BC009-3BD5-44AC-ABE9-46D5463E2528}" presName="sibTrans" presStyleCnt="0"/>
      <dgm:spPr/>
    </dgm:pt>
    <dgm:pt modelId="{EA5ECC1B-BFE3-4A01-B21C-F7C8D5ECCE64}" type="pres">
      <dgm:prSet presAssocID="{9A6CBEEA-C6D4-4672-BFF4-238F29A4F3B4}" presName="compNode" presStyleCnt="0"/>
      <dgm:spPr/>
    </dgm:pt>
    <dgm:pt modelId="{23526804-0E06-4E30-813A-63D6B36F6BA2}" type="pres">
      <dgm:prSet presAssocID="{9A6CBEEA-C6D4-4672-BFF4-238F29A4F3B4}" presName="bgRect" presStyleLbl="bgShp" presStyleIdx="1" presStyleCnt="6"/>
      <dgm:spPr/>
    </dgm:pt>
    <dgm:pt modelId="{4E8FF2ED-42CE-4595-A682-378CDEA7A635}" type="pres">
      <dgm:prSet presAssocID="{9A6CBEEA-C6D4-4672-BFF4-238F29A4F3B4}"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Pencil"/>
        </a:ext>
      </dgm:extLst>
    </dgm:pt>
    <dgm:pt modelId="{D2D1C56A-E3FA-44A8-92F6-06AD44C1CAAF}" type="pres">
      <dgm:prSet presAssocID="{9A6CBEEA-C6D4-4672-BFF4-238F29A4F3B4}" presName="spaceRect" presStyleCnt="0"/>
      <dgm:spPr/>
    </dgm:pt>
    <dgm:pt modelId="{0CDAAA74-030C-4DF4-8888-251E449166D2}" type="pres">
      <dgm:prSet presAssocID="{9A6CBEEA-C6D4-4672-BFF4-238F29A4F3B4}" presName="parTx" presStyleLbl="revTx" presStyleIdx="1" presStyleCnt="6">
        <dgm:presLayoutVars>
          <dgm:chMax val="0"/>
          <dgm:chPref val="0"/>
        </dgm:presLayoutVars>
      </dgm:prSet>
      <dgm:spPr/>
    </dgm:pt>
    <dgm:pt modelId="{4996B783-A091-4432-84A1-548B5A62E254}" type="pres">
      <dgm:prSet presAssocID="{EF8E9427-3156-40DA-AB4A-DEE37677DE63}" presName="sibTrans" presStyleCnt="0"/>
      <dgm:spPr/>
    </dgm:pt>
    <dgm:pt modelId="{8F5182E0-4CC3-40D9-AEBA-C013979594D1}" type="pres">
      <dgm:prSet presAssocID="{B5DC0144-F881-4E9C-9EDA-5B9DB430C838}" presName="compNode" presStyleCnt="0"/>
      <dgm:spPr/>
    </dgm:pt>
    <dgm:pt modelId="{F6391DDF-0FB1-4C19-9731-E86119415081}" type="pres">
      <dgm:prSet presAssocID="{B5DC0144-F881-4E9C-9EDA-5B9DB430C838}" presName="bgRect" presStyleLbl="bgShp" presStyleIdx="2" presStyleCnt="6"/>
      <dgm:spPr/>
    </dgm:pt>
    <dgm:pt modelId="{C67C032B-FBA5-4F23-8699-B2D4311BA0E1}" type="pres">
      <dgm:prSet presAssocID="{B5DC0144-F881-4E9C-9EDA-5B9DB430C838}"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eeting"/>
        </a:ext>
      </dgm:extLst>
    </dgm:pt>
    <dgm:pt modelId="{8919EDB1-82B7-4FAF-8BEE-E7B564925418}" type="pres">
      <dgm:prSet presAssocID="{B5DC0144-F881-4E9C-9EDA-5B9DB430C838}" presName="spaceRect" presStyleCnt="0"/>
      <dgm:spPr/>
    </dgm:pt>
    <dgm:pt modelId="{A73EBF54-DFE5-4125-91A0-A9C6D93FACEA}" type="pres">
      <dgm:prSet presAssocID="{B5DC0144-F881-4E9C-9EDA-5B9DB430C838}" presName="parTx" presStyleLbl="revTx" presStyleIdx="2" presStyleCnt="6">
        <dgm:presLayoutVars>
          <dgm:chMax val="0"/>
          <dgm:chPref val="0"/>
        </dgm:presLayoutVars>
      </dgm:prSet>
      <dgm:spPr/>
    </dgm:pt>
    <dgm:pt modelId="{004418DB-9D57-4E4A-B4D3-4F44861777F7}" type="pres">
      <dgm:prSet presAssocID="{07F53986-E763-439F-8EDD-266FFD9FDE87}" presName="sibTrans" presStyleCnt="0"/>
      <dgm:spPr/>
    </dgm:pt>
    <dgm:pt modelId="{BCC56DB7-EDCE-40E2-88A8-C340EB0DE94E}" type="pres">
      <dgm:prSet presAssocID="{3760910B-405D-4F30-A0E5-E5D9038D72A9}" presName="compNode" presStyleCnt="0"/>
      <dgm:spPr/>
    </dgm:pt>
    <dgm:pt modelId="{41B1EF0A-0AAA-4B5C-8AC8-2EDA7BA5E524}" type="pres">
      <dgm:prSet presAssocID="{3760910B-405D-4F30-A0E5-E5D9038D72A9}" presName="bgRect" presStyleLbl="bgShp" presStyleIdx="3" presStyleCnt="6"/>
      <dgm:spPr/>
    </dgm:pt>
    <dgm:pt modelId="{DA6E5B4E-53DF-49B0-BF96-D633B97E1A7E}" type="pres">
      <dgm:prSet presAssocID="{3760910B-405D-4F30-A0E5-E5D9038D72A9}"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d with Gears"/>
        </a:ext>
      </dgm:extLst>
    </dgm:pt>
    <dgm:pt modelId="{79AE7DB0-17FD-4795-8E3D-6394F9CE30C5}" type="pres">
      <dgm:prSet presAssocID="{3760910B-405D-4F30-A0E5-E5D9038D72A9}" presName="spaceRect" presStyleCnt="0"/>
      <dgm:spPr/>
    </dgm:pt>
    <dgm:pt modelId="{3E643C06-137D-4803-A3D6-E9EB026CCA21}" type="pres">
      <dgm:prSet presAssocID="{3760910B-405D-4F30-A0E5-E5D9038D72A9}" presName="parTx" presStyleLbl="revTx" presStyleIdx="3" presStyleCnt="6">
        <dgm:presLayoutVars>
          <dgm:chMax val="0"/>
          <dgm:chPref val="0"/>
        </dgm:presLayoutVars>
      </dgm:prSet>
      <dgm:spPr/>
    </dgm:pt>
    <dgm:pt modelId="{4EB86CD6-9393-4BED-9FFE-FCCAF10088E0}" type="pres">
      <dgm:prSet presAssocID="{89F5733F-1E8C-43DE-A515-2D29F38DB166}" presName="sibTrans" presStyleCnt="0"/>
      <dgm:spPr/>
    </dgm:pt>
    <dgm:pt modelId="{CEA7E98D-32A2-4F3D-8261-93FEC62684FB}" type="pres">
      <dgm:prSet presAssocID="{A6E8D096-7120-472B-B53B-341B721C0B23}" presName="compNode" presStyleCnt="0"/>
      <dgm:spPr/>
    </dgm:pt>
    <dgm:pt modelId="{90DB5E70-7E98-412D-9E27-581F09525129}" type="pres">
      <dgm:prSet presAssocID="{A6E8D096-7120-472B-B53B-341B721C0B23}" presName="bgRect" presStyleLbl="bgShp" presStyleIdx="4" presStyleCnt="6"/>
      <dgm:spPr/>
    </dgm:pt>
    <dgm:pt modelId="{373D20C6-551E-4589-8A67-CD6F60F6C585}" type="pres">
      <dgm:prSet presAssocID="{A6E8D096-7120-472B-B53B-341B721C0B23}"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sers"/>
        </a:ext>
      </dgm:extLst>
    </dgm:pt>
    <dgm:pt modelId="{512837CC-1644-429E-97B6-3CBBE2167135}" type="pres">
      <dgm:prSet presAssocID="{A6E8D096-7120-472B-B53B-341B721C0B23}" presName="spaceRect" presStyleCnt="0"/>
      <dgm:spPr/>
    </dgm:pt>
    <dgm:pt modelId="{ACDEDB1C-E77D-4025-BF4B-D67E3DF95A32}" type="pres">
      <dgm:prSet presAssocID="{A6E8D096-7120-472B-B53B-341B721C0B23}" presName="parTx" presStyleLbl="revTx" presStyleIdx="4" presStyleCnt="6">
        <dgm:presLayoutVars>
          <dgm:chMax val="0"/>
          <dgm:chPref val="0"/>
        </dgm:presLayoutVars>
      </dgm:prSet>
      <dgm:spPr/>
    </dgm:pt>
    <dgm:pt modelId="{FDA6B38C-18B3-4627-81D4-7387C840C5C4}" type="pres">
      <dgm:prSet presAssocID="{119DF47E-E63C-4B1C-B6FE-8D4870BBF2AA}" presName="sibTrans" presStyleCnt="0"/>
      <dgm:spPr/>
    </dgm:pt>
    <dgm:pt modelId="{B2F01649-4B10-409E-B93D-4CA64D08141B}" type="pres">
      <dgm:prSet presAssocID="{8C7A3075-2C16-40A0-8BA9-A7202CFE584B}" presName="compNode" presStyleCnt="0"/>
      <dgm:spPr/>
    </dgm:pt>
    <dgm:pt modelId="{63176923-23BF-426F-97F7-DC6FFDFD7539}" type="pres">
      <dgm:prSet presAssocID="{8C7A3075-2C16-40A0-8BA9-A7202CFE584B}" presName="bgRect" presStyleLbl="bgShp" presStyleIdx="5" presStyleCnt="6"/>
      <dgm:spPr/>
    </dgm:pt>
    <dgm:pt modelId="{100ED849-CB48-4A36-BBE2-DB670E5E9E6A}" type="pres">
      <dgm:prSet presAssocID="{8C7A3075-2C16-40A0-8BA9-A7202CFE584B}"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Group"/>
        </a:ext>
      </dgm:extLst>
    </dgm:pt>
    <dgm:pt modelId="{87A9FFAB-6F60-459B-A13D-B076B1BAA1CF}" type="pres">
      <dgm:prSet presAssocID="{8C7A3075-2C16-40A0-8BA9-A7202CFE584B}" presName="spaceRect" presStyleCnt="0"/>
      <dgm:spPr/>
    </dgm:pt>
    <dgm:pt modelId="{5FE0F6EA-AC91-41A4-BC03-E2C9E434887B}" type="pres">
      <dgm:prSet presAssocID="{8C7A3075-2C16-40A0-8BA9-A7202CFE584B}" presName="parTx" presStyleLbl="revTx" presStyleIdx="5" presStyleCnt="6">
        <dgm:presLayoutVars>
          <dgm:chMax val="0"/>
          <dgm:chPref val="0"/>
        </dgm:presLayoutVars>
      </dgm:prSet>
      <dgm:spPr/>
    </dgm:pt>
  </dgm:ptLst>
  <dgm:cxnLst>
    <dgm:cxn modelId="{0582712B-F3BC-4AA7-BE74-E83659E709E8}" srcId="{1E3C14F4-1597-440C-83F0-83316D25ABD1}" destId="{B5DC0144-F881-4E9C-9EDA-5B9DB430C838}" srcOrd="2" destOrd="0" parTransId="{56A995CE-63FC-4EE6-B21A-F465E922738A}" sibTransId="{07F53986-E763-439F-8EDD-266FFD9FDE87}"/>
    <dgm:cxn modelId="{5FE4F42E-F7CF-4213-BF0F-E1CE262409ED}" srcId="{1E3C14F4-1597-440C-83F0-83316D25ABD1}" destId="{8C7A3075-2C16-40A0-8BA9-A7202CFE584B}" srcOrd="5" destOrd="0" parTransId="{C83E6CE2-095B-4CFD-9CC8-C2454394C702}" sibTransId="{E4F9BC6A-6B46-4365-9909-B1F385C9DF3C}"/>
    <dgm:cxn modelId="{AEFF3A3B-5E2F-497E-A117-16A9D9E96A52}" type="presOf" srcId="{1E3C14F4-1597-440C-83F0-83316D25ABD1}" destId="{76D0B0DC-113C-478C-A694-BD7EC6543E3B}" srcOrd="0" destOrd="0" presId="urn:microsoft.com/office/officeart/2018/2/layout/IconVerticalSolidList"/>
    <dgm:cxn modelId="{F7BBE93D-25B1-4551-9FC9-F6684FAE501B}" type="presOf" srcId="{3760910B-405D-4F30-A0E5-E5D9038D72A9}" destId="{3E643C06-137D-4803-A3D6-E9EB026CCA21}" srcOrd="0" destOrd="0" presId="urn:microsoft.com/office/officeart/2018/2/layout/IconVerticalSolidList"/>
    <dgm:cxn modelId="{7A809C52-D86B-4914-BA8A-EEB29846C8A5}" type="presOf" srcId="{B5DC0144-F881-4E9C-9EDA-5B9DB430C838}" destId="{A73EBF54-DFE5-4125-91A0-A9C6D93FACEA}" srcOrd="0" destOrd="0" presId="urn:microsoft.com/office/officeart/2018/2/layout/IconVerticalSolidList"/>
    <dgm:cxn modelId="{F11FD59A-9C06-4D9A-B6B3-1052C16F5995}" type="presOf" srcId="{9A6CBEEA-C6D4-4672-BFF4-238F29A4F3B4}" destId="{0CDAAA74-030C-4DF4-8888-251E449166D2}" srcOrd="0" destOrd="0" presId="urn:microsoft.com/office/officeart/2018/2/layout/IconVerticalSolidList"/>
    <dgm:cxn modelId="{884C23AF-D598-46B5-8CC4-69F79FEA7F3E}" srcId="{1E3C14F4-1597-440C-83F0-83316D25ABD1}" destId="{E16FBD58-EC62-4350-8019-10953C27AA52}" srcOrd="0" destOrd="0" parTransId="{AF4237C8-A802-432D-84D2-3F9C20AFF027}" sibTransId="{610BC009-3BD5-44AC-ABE9-46D5463E2528}"/>
    <dgm:cxn modelId="{A104E9B2-3AA3-48A7-885E-36C4013ABFC5}" type="presOf" srcId="{8C7A3075-2C16-40A0-8BA9-A7202CFE584B}" destId="{5FE0F6EA-AC91-41A4-BC03-E2C9E434887B}" srcOrd="0" destOrd="0" presId="urn:microsoft.com/office/officeart/2018/2/layout/IconVerticalSolidList"/>
    <dgm:cxn modelId="{9DCE60C3-21CD-4CBB-925F-4D1C5FC8E7C7}" type="presOf" srcId="{A6E8D096-7120-472B-B53B-341B721C0B23}" destId="{ACDEDB1C-E77D-4025-BF4B-D67E3DF95A32}" srcOrd="0" destOrd="0" presId="urn:microsoft.com/office/officeart/2018/2/layout/IconVerticalSolidList"/>
    <dgm:cxn modelId="{015989DE-0476-4EEC-8A6C-9F01D4735143}" srcId="{1E3C14F4-1597-440C-83F0-83316D25ABD1}" destId="{3760910B-405D-4F30-A0E5-E5D9038D72A9}" srcOrd="3" destOrd="0" parTransId="{56EC4F42-822D-4637-BA8A-981C50F54AB1}" sibTransId="{89F5733F-1E8C-43DE-A515-2D29F38DB166}"/>
    <dgm:cxn modelId="{2C6044E9-14B2-484A-A4EF-77152C0390A6}" srcId="{1E3C14F4-1597-440C-83F0-83316D25ABD1}" destId="{9A6CBEEA-C6D4-4672-BFF4-238F29A4F3B4}" srcOrd="1" destOrd="0" parTransId="{64A3F977-DB8B-4B89-8EAC-5D07A0B7744B}" sibTransId="{EF8E9427-3156-40DA-AB4A-DEE37677DE63}"/>
    <dgm:cxn modelId="{1A9D77E9-72E3-4D40-874D-213AC0725967}" type="presOf" srcId="{E16FBD58-EC62-4350-8019-10953C27AA52}" destId="{D9280DBC-E3D6-4EBD-B959-084F703BB8CA}" srcOrd="0" destOrd="0" presId="urn:microsoft.com/office/officeart/2018/2/layout/IconVerticalSolidList"/>
    <dgm:cxn modelId="{E64DFFEC-0DB5-4C63-952E-063932CD0EF3}" srcId="{1E3C14F4-1597-440C-83F0-83316D25ABD1}" destId="{A6E8D096-7120-472B-B53B-341B721C0B23}" srcOrd="4" destOrd="0" parTransId="{F5C8483C-141D-4BB5-98C2-CAB49F61E1EA}" sibTransId="{119DF47E-E63C-4B1C-B6FE-8D4870BBF2AA}"/>
    <dgm:cxn modelId="{671F199E-4C8C-4904-A225-D166525D8E68}" type="presParOf" srcId="{76D0B0DC-113C-478C-A694-BD7EC6543E3B}" destId="{13C71902-B3FB-45A1-803C-9CEB0B17C45F}" srcOrd="0" destOrd="0" presId="urn:microsoft.com/office/officeart/2018/2/layout/IconVerticalSolidList"/>
    <dgm:cxn modelId="{9A9EF0F3-4072-442F-BEE7-8F312A073986}" type="presParOf" srcId="{13C71902-B3FB-45A1-803C-9CEB0B17C45F}" destId="{8E9FBCA1-2672-4817-A13E-2145D0A52A6C}" srcOrd="0" destOrd="0" presId="urn:microsoft.com/office/officeart/2018/2/layout/IconVerticalSolidList"/>
    <dgm:cxn modelId="{F13C6B46-E8F8-46FD-907F-6385D60919EC}" type="presParOf" srcId="{13C71902-B3FB-45A1-803C-9CEB0B17C45F}" destId="{9B576102-B785-4567-AE2A-ED29A5E8ABAB}" srcOrd="1" destOrd="0" presId="urn:microsoft.com/office/officeart/2018/2/layout/IconVerticalSolidList"/>
    <dgm:cxn modelId="{AEDC6D6D-803D-4F06-B6E9-15E4D12C43B2}" type="presParOf" srcId="{13C71902-B3FB-45A1-803C-9CEB0B17C45F}" destId="{5EE881C7-DDF7-44CA-B9F5-71210520C283}" srcOrd="2" destOrd="0" presId="urn:microsoft.com/office/officeart/2018/2/layout/IconVerticalSolidList"/>
    <dgm:cxn modelId="{9BA581D1-4CC7-4899-9ED6-B8FCF9A8463D}" type="presParOf" srcId="{13C71902-B3FB-45A1-803C-9CEB0B17C45F}" destId="{D9280DBC-E3D6-4EBD-B959-084F703BB8CA}" srcOrd="3" destOrd="0" presId="urn:microsoft.com/office/officeart/2018/2/layout/IconVerticalSolidList"/>
    <dgm:cxn modelId="{38B25E0A-CC4C-4D8E-8962-F30634246C4A}" type="presParOf" srcId="{76D0B0DC-113C-478C-A694-BD7EC6543E3B}" destId="{227A7782-0325-4F07-940D-2635FC791B42}" srcOrd="1" destOrd="0" presId="urn:microsoft.com/office/officeart/2018/2/layout/IconVerticalSolidList"/>
    <dgm:cxn modelId="{26DFB29B-3F4D-4816-AA72-AC755EF9AEF4}" type="presParOf" srcId="{76D0B0DC-113C-478C-A694-BD7EC6543E3B}" destId="{EA5ECC1B-BFE3-4A01-B21C-F7C8D5ECCE64}" srcOrd="2" destOrd="0" presId="urn:microsoft.com/office/officeart/2018/2/layout/IconVerticalSolidList"/>
    <dgm:cxn modelId="{F39D8F41-0AC2-4D6B-9B45-F49FF836057B}" type="presParOf" srcId="{EA5ECC1B-BFE3-4A01-B21C-F7C8D5ECCE64}" destId="{23526804-0E06-4E30-813A-63D6B36F6BA2}" srcOrd="0" destOrd="0" presId="urn:microsoft.com/office/officeart/2018/2/layout/IconVerticalSolidList"/>
    <dgm:cxn modelId="{54BAC7D3-A726-4AD5-8F97-8D37C101A260}" type="presParOf" srcId="{EA5ECC1B-BFE3-4A01-B21C-F7C8D5ECCE64}" destId="{4E8FF2ED-42CE-4595-A682-378CDEA7A635}" srcOrd="1" destOrd="0" presId="urn:microsoft.com/office/officeart/2018/2/layout/IconVerticalSolidList"/>
    <dgm:cxn modelId="{9898322E-C987-4CEC-B65D-B5E1E4DCAB6A}" type="presParOf" srcId="{EA5ECC1B-BFE3-4A01-B21C-F7C8D5ECCE64}" destId="{D2D1C56A-E3FA-44A8-92F6-06AD44C1CAAF}" srcOrd="2" destOrd="0" presId="urn:microsoft.com/office/officeart/2018/2/layout/IconVerticalSolidList"/>
    <dgm:cxn modelId="{A99C598D-7BEC-444C-B838-C265CE14C7C6}" type="presParOf" srcId="{EA5ECC1B-BFE3-4A01-B21C-F7C8D5ECCE64}" destId="{0CDAAA74-030C-4DF4-8888-251E449166D2}" srcOrd="3" destOrd="0" presId="urn:microsoft.com/office/officeart/2018/2/layout/IconVerticalSolidList"/>
    <dgm:cxn modelId="{A542EA5F-E42E-475A-8855-500E32072442}" type="presParOf" srcId="{76D0B0DC-113C-478C-A694-BD7EC6543E3B}" destId="{4996B783-A091-4432-84A1-548B5A62E254}" srcOrd="3" destOrd="0" presId="urn:microsoft.com/office/officeart/2018/2/layout/IconVerticalSolidList"/>
    <dgm:cxn modelId="{A852D628-8E7C-46EA-8558-122A96597B3C}" type="presParOf" srcId="{76D0B0DC-113C-478C-A694-BD7EC6543E3B}" destId="{8F5182E0-4CC3-40D9-AEBA-C013979594D1}" srcOrd="4" destOrd="0" presId="urn:microsoft.com/office/officeart/2018/2/layout/IconVerticalSolidList"/>
    <dgm:cxn modelId="{2774792D-5652-4AFF-B6FF-FF61128A83F4}" type="presParOf" srcId="{8F5182E0-4CC3-40D9-AEBA-C013979594D1}" destId="{F6391DDF-0FB1-4C19-9731-E86119415081}" srcOrd="0" destOrd="0" presId="urn:microsoft.com/office/officeart/2018/2/layout/IconVerticalSolidList"/>
    <dgm:cxn modelId="{ED220FBD-60CA-4ABE-9F07-5A08A431C004}" type="presParOf" srcId="{8F5182E0-4CC3-40D9-AEBA-C013979594D1}" destId="{C67C032B-FBA5-4F23-8699-B2D4311BA0E1}" srcOrd="1" destOrd="0" presId="urn:microsoft.com/office/officeart/2018/2/layout/IconVerticalSolidList"/>
    <dgm:cxn modelId="{9B66DCB0-3BC2-4154-9A5B-9A5B017E8695}" type="presParOf" srcId="{8F5182E0-4CC3-40D9-AEBA-C013979594D1}" destId="{8919EDB1-82B7-4FAF-8BEE-E7B564925418}" srcOrd="2" destOrd="0" presId="urn:microsoft.com/office/officeart/2018/2/layout/IconVerticalSolidList"/>
    <dgm:cxn modelId="{1ADA354B-9A01-4CE9-8126-41803C5886B0}" type="presParOf" srcId="{8F5182E0-4CC3-40D9-AEBA-C013979594D1}" destId="{A73EBF54-DFE5-4125-91A0-A9C6D93FACEA}" srcOrd="3" destOrd="0" presId="urn:microsoft.com/office/officeart/2018/2/layout/IconVerticalSolidList"/>
    <dgm:cxn modelId="{C92D0717-C081-4689-ACD7-4822D307A02F}" type="presParOf" srcId="{76D0B0DC-113C-478C-A694-BD7EC6543E3B}" destId="{004418DB-9D57-4E4A-B4D3-4F44861777F7}" srcOrd="5" destOrd="0" presId="urn:microsoft.com/office/officeart/2018/2/layout/IconVerticalSolidList"/>
    <dgm:cxn modelId="{D7B29992-DCC4-4EDC-948C-3AF52EB324CC}" type="presParOf" srcId="{76D0B0DC-113C-478C-A694-BD7EC6543E3B}" destId="{BCC56DB7-EDCE-40E2-88A8-C340EB0DE94E}" srcOrd="6" destOrd="0" presId="urn:microsoft.com/office/officeart/2018/2/layout/IconVerticalSolidList"/>
    <dgm:cxn modelId="{A32798FF-87CC-4FCB-924C-9D833FDBA641}" type="presParOf" srcId="{BCC56DB7-EDCE-40E2-88A8-C340EB0DE94E}" destId="{41B1EF0A-0AAA-4B5C-8AC8-2EDA7BA5E524}" srcOrd="0" destOrd="0" presId="urn:microsoft.com/office/officeart/2018/2/layout/IconVerticalSolidList"/>
    <dgm:cxn modelId="{669CA8D4-A286-4B6A-8388-53C3137B3EF4}" type="presParOf" srcId="{BCC56DB7-EDCE-40E2-88A8-C340EB0DE94E}" destId="{DA6E5B4E-53DF-49B0-BF96-D633B97E1A7E}" srcOrd="1" destOrd="0" presId="urn:microsoft.com/office/officeart/2018/2/layout/IconVerticalSolidList"/>
    <dgm:cxn modelId="{888BD686-E0F3-49D5-BBEC-0E919DB72E2C}" type="presParOf" srcId="{BCC56DB7-EDCE-40E2-88A8-C340EB0DE94E}" destId="{79AE7DB0-17FD-4795-8E3D-6394F9CE30C5}" srcOrd="2" destOrd="0" presId="urn:microsoft.com/office/officeart/2018/2/layout/IconVerticalSolidList"/>
    <dgm:cxn modelId="{63877540-5C88-4E54-8C60-ADD269DC93D7}" type="presParOf" srcId="{BCC56DB7-EDCE-40E2-88A8-C340EB0DE94E}" destId="{3E643C06-137D-4803-A3D6-E9EB026CCA21}" srcOrd="3" destOrd="0" presId="urn:microsoft.com/office/officeart/2018/2/layout/IconVerticalSolidList"/>
    <dgm:cxn modelId="{A80C98AB-91C1-4DEB-8E74-D7A24CB4E755}" type="presParOf" srcId="{76D0B0DC-113C-478C-A694-BD7EC6543E3B}" destId="{4EB86CD6-9393-4BED-9FFE-FCCAF10088E0}" srcOrd="7" destOrd="0" presId="urn:microsoft.com/office/officeart/2018/2/layout/IconVerticalSolidList"/>
    <dgm:cxn modelId="{C4036E2D-4FE7-4102-9476-F60F076BE24A}" type="presParOf" srcId="{76D0B0DC-113C-478C-A694-BD7EC6543E3B}" destId="{CEA7E98D-32A2-4F3D-8261-93FEC62684FB}" srcOrd="8" destOrd="0" presId="urn:microsoft.com/office/officeart/2018/2/layout/IconVerticalSolidList"/>
    <dgm:cxn modelId="{AB55CA57-1ED8-4878-85B5-CD49D8FCE1EE}" type="presParOf" srcId="{CEA7E98D-32A2-4F3D-8261-93FEC62684FB}" destId="{90DB5E70-7E98-412D-9E27-581F09525129}" srcOrd="0" destOrd="0" presId="urn:microsoft.com/office/officeart/2018/2/layout/IconVerticalSolidList"/>
    <dgm:cxn modelId="{958E970D-1C64-47F1-9B17-346FACC6EC82}" type="presParOf" srcId="{CEA7E98D-32A2-4F3D-8261-93FEC62684FB}" destId="{373D20C6-551E-4589-8A67-CD6F60F6C585}" srcOrd="1" destOrd="0" presId="urn:microsoft.com/office/officeart/2018/2/layout/IconVerticalSolidList"/>
    <dgm:cxn modelId="{ABA3C728-14FC-4AEE-9AF5-6D21AE846F53}" type="presParOf" srcId="{CEA7E98D-32A2-4F3D-8261-93FEC62684FB}" destId="{512837CC-1644-429E-97B6-3CBBE2167135}" srcOrd="2" destOrd="0" presId="urn:microsoft.com/office/officeart/2018/2/layout/IconVerticalSolidList"/>
    <dgm:cxn modelId="{52139BCD-B01A-4E6D-A13E-8E13C67A07D7}" type="presParOf" srcId="{CEA7E98D-32A2-4F3D-8261-93FEC62684FB}" destId="{ACDEDB1C-E77D-4025-BF4B-D67E3DF95A32}" srcOrd="3" destOrd="0" presId="urn:microsoft.com/office/officeart/2018/2/layout/IconVerticalSolidList"/>
    <dgm:cxn modelId="{6265C0BD-107C-48E7-B344-1CD2EC9AF845}" type="presParOf" srcId="{76D0B0DC-113C-478C-A694-BD7EC6543E3B}" destId="{FDA6B38C-18B3-4627-81D4-7387C840C5C4}" srcOrd="9" destOrd="0" presId="urn:microsoft.com/office/officeart/2018/2/layout/IconVerticalSolidList"/>
    <dgm:cxn modelId="{53EF0E44-807D-4E3E-8731-94152F12013A}" type="presParOf" srcId="{76D0B0DC-113C-478C-A694-BD7EC6543E3B}" destId="{B2F01649-4B10-409E-B93D-4CA64D08141B}" srcOrd="10" destOrd="0" presId="urn:microsoft.com/office/officeart/2018/2/layout/IconVerticalSolidList"/>
    <dgm:cxn modelId="{D7271E5E-65E6-4AC5-8C0E-A5C2E5689623}" type="presParOf" srcId="{B2F01649-4B10-409E-B93D-4CA64D08141B}" destId="{63176923-23BF-426F-97F7-DC6FFDFD7539}" srcOrd="0" destOrd="0" presId="urn:microsoft.com/office/officeart/2018/2/layout/IconVerticalSolidList"/>
    <dgm:cxn modelId="{0EBAAD45-BAC9-4209-8FDE-966E94E480F4}" type="presParOf" srcId="{B2F01649-4B10-409E-B93D-4CA64D08141B}" destId="{100ED849-CB48-4A36-BBE2-DB670E5E9E6A}" srcOrd="1" destOrd="0" presId="urn:microsoft.com/office/officeart/2018/2/layout/IconVerticalSolidList"/>
    <dgm:cxn modelId="{C45A34E9-C122-4ABA-A17E-C837AB6EF50E}" type="presParOf" srcId="{B2F01649-4B10-409E-B93D-4CA64D08141B}" destId="{87A9FFAB-6F60-459B-A13D-B076B1BAA1CF}" srcOrd="2" destOrd="0" presId="urn:microsoft.com/office/officeart/2018/2/layout/IconVerticalSolidList"/>
    <dgm:cxn modelId="{D8F200C6-72B9-442A-8012-7C25C7025777}" type="presParOf" srcId="{B2F01649-4B10-409E-B93D-4CA64D08141B}" destId="{5FE0F6EA-AC91-41A4-BC03-E2C9E434887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7321DE-5202-48DB-9958-4A7F1D68A3ED}">
      <dsp:nvSpPr>
        <dsp:cNvPr id="0" name=""/>
        <dsp:cNvSpPr/>
      </dsp:nvSpPr>
      <dsp:spPr>
        <a:xfrm>
          <a:off x="0" y="3143"/>
          <a:ext cx="7543801" cy="6695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4CC808-0535-45E5-A585-3B2210DBF1C2}">
      <dsp:nvSpPr>
        <dsp:cNvPr id="0" name=""/>
        <dsp:cNvSpPr/>
      </dsp:nvSpPr>
      <dsp:spPr>
        <a:xfrm>
          <a:off x="202527" y="153783"/>
          <a:ext cx="368231" cy="3682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BA6D7F1-F9FA-49A9-9613-A43F873C9FE7}">
      <dsp:nvSpPr>
        <dsp:cNvPr id="0" name=""/>
        <dsp:cNvSpPr/>
      </dsp:nvSpPr>
      <dsp:spPr>
        <a:xfrm>
          <a:off x="773286" y="3143"/>
          <a:ext cx="6770514" cy="669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857" tIns="70857" rIns="70857" bIns="70857" numCol="1" spcCol="1270" anchor="ctr" anchorCtr="0">
          <a:noAutofit/>
        </a:bodyPr>
        <a:lstStyle/>
        <a:p>
          <a:pPr marL="0" lvl="0" indent="0" algn="l" defTabSz="844550">
            <a:lnSpc>
              <a:spcPct val="100000"/>
            </a:lnSpc>
            <a:spcBef>
              <a:spcPct val="0"/>
            </a:spcBef>
            <a:spcAft>
              <a:spcPct val="35000"/>
            </a:spcAft>
            <a:buNone/>
          </a:pPr>
          <a:r>
            <a:rPr lang="en-ZA" sz="1900" kern="1200"/>
            <a:t>What projects are in organisations and why they matter</a:t>
          </a:r>
          <a:endParaRPr lang="en-US" sz="1900" kern="1200"/>
        </a:p>
      </dsp:txBody>
      <dsp:txXfrm>
        <a:off x="773286" y="3143"/>
        <a:ext cx="6770514" cy="669512"/>
      </dsp:txXfrm>
    </dsp:sp>
    <dsp:sp modelId="{C991A47B-76D5-44CF-9528-7ABDE1A23213}">
      <dsp:nvSpPr>
        <dsp:cNvPr id="0" name=""/>
        <dsp:cNvSpPr/>
      </dsp:nvSpPr>
      <dsp:spPr>
        <a:xfrm>
          <a:off x="0" y="840033"/>
          <a:ext cx="7543801" cy="6695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4A81BA-58CE-45B0-BCAA-C712ADD0EE41}">
      <dsp:nvSpPr>
        <dsp:cNvPr id="0" name=""/>
        <dsp:cNvSpPr/>
      </dsp:nvSpPr>
      <dsp:spPr>
        <a:xfrm>
          <a:off x="202527" y="990673"/>
          <a:ext cx="368231" cy="36823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436B7A0-83C3-4E99-B0D6-B5A085531C14}">
      <dsp:nvSpPr>
        <dsp:cNvPr id="0" name=""/>
        <dsp:cNvSpPr/>
      </dsp:nvSpPr>
      <dsp:spPr>
        <a:xfrm>
          <a:off x="773286" y="840033"/>
          <a:ext cx="6770514" cy="669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857" tIns="70857" rIns="70857" bIns="70857" numCol="1" spcCol="1270" anchor="ctr" anchorCtr="0">
          <a:noAutofit/>
        </a:bodyPr>
        <a:lstStyle/>
        <a:p>
          <a:pPr marL="0" lvl="0" indent="0" algn="l" defTabSz="844550">
            <a:lnSpc>
              <a:spcPct val="100000"/>
            </a:lnSpc>
            <a:spcBef>
              <a:spcPct val="0"/>
            </a:spcBef>
            <a:spcAft>
              <a:spcPct val="35000"/>
            </a:spcAft>
            <a:buNone/>
          </a:pPr>
          <a:r>
            <a:rPr lang="en-ZA" sz="1900" kern="1200"/>
            <a:t>What project teams are and how they work</a:t>
          </a:r>
          <a:endParaRPr lang="en-US" sz="1900" kern="1200"/>
        </a:p>
      </dsp:txBody>
      <dsp:txXfrm>
        <a:off x="773286" y="840033"/>
        <a:ext cx="6770514" cy="669512"/>
      </dsp:txXfrm>
    </dsp:sp>
    <dsp:sp modelId="{7AA5244A-7F43-4830-96DA-D88CDC3762EB}">
      <dsp:nvSpPr>
        <dsp:cNvPr id="0" name=""/>
        <dsp:cNvSpPr/>
      </dsp:nvSpPr>
      <dsp:spPr>
        <a:xfrm>
          <a:off x="0" y="1676923"/>
          <a:ext cx="7543801" cy="6695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2BEA8A-779B-49C0-B154-6DC1BFCCAA35}">
      <dsp:nvSpPr>
        <dsp:cNvPr id="0" name=""/>
        <dsp:cNvSpPr/>
      </dsp:nvSpPr>
      <dsp:spPr>
        <a:xfrm>
          <a:off x="202527" y="1827564"/>
          <a:ext cx="368231" cy="36823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41020AC-3750-49F8-93CB-0F6C85BEB934}">
      <dsp:nvSpPr>
        <dsp:cNvPr id="0" name=""/>
        <dsp:cNvSpPr/>
      </dsp:nvSpPr>
      <dsp:spPr>
        <a:xfrm>
          <a:off x="773286" y="1676923"/>
          <a:ext cx="6770514" cy="669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857" tIns="70857" rIns="70857" bIns="70857" numCol="1" spcCol="1270" anchor="ctr" anchorCtr="0">
          <a:noAutofit/>
        </a:bodyPr>
        <a:lstStyle/>
        <a:p>
          <a:pPr marL="0" lvl="0" indent="0" algn="l" defTabSz="844550">
            <a:lnSpc>
              <a:spcPct val="100000"/>
            </a:lnSpc>
            <a:spcBef>
              <a:spcPct val="0"/>
            </a:spcBef>
            <a:spcAft>
              <a:spcPct val="35000"/>
            </a:spcAft>
            <a:buNone/>
          </a:pPr>
          <a:r>
            <a:rPr lang="en-ZA" sz="1900" kern="1200"/>
            <a:t>What leadership means in teams (concepts and core theories)</a:t>
          </a:r>
          <a:endParaRPr lang="en-US" sz="1900" kern="1200"/>
        </a:p>
      </dsp:txBody>
      <dsp:txXfrm>
        <a:off x="773286" y="1676923"/>
        <a:ext cx="6770514" cy="669512"/>
      </dsp:txXfrm>
    </dsp:sp>
    <dsp:sp modelId="{1431C9B4-8716-49BC-B6B4-BC803FE9B1C1}">
      <dsp:nvSpPr>
        <dsp:cNvPr id="0" name=""/>
        <dsp:cNvSpPr/>
      </dsp:nvSpPr>
      <dsp:spPr>
        <a:xfrm>
          <a:off x="0" y="2513814"/>
          <a:ext cx="7543801" cy="6695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5D805B-96A3-4AF0-83F0-C6CFADAAB3D4}">
      <dsp:nvSpPr>
        <dsp:cNvPr id="0" name=""/>
        <dsp:cNvSpPr/>
      </dsp:nvSpPr>
      <dsp:spPr>
        <a:xfrm>
          <a:off x="202527" y="2664454"/>
          <a:ext cx="368231" cy="3682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96912DD-E0B4-4864-ACE2-57F1D5FA33D6}">
      <dsp:nvSpPr>
        <dsp:cNvPr id="0" name=""/>
        <dsp:cNvSpPr/>
      </dsp:nvSpPr>
      <dsp:spPr>
        <a:xfrm>
          <a:off x="773286" y="2513814"/>
          <a:ext cx="6770514" cy="669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857" tIns="70857" rIns="70857" bIns="70857" numCol="1" spcCol="1270" anchor="ctr" anchorCtr="0">
          <a:noAutofit/>
        </a:bodyPr>
        <a:lstStyle/>
        <a:p>
          <a:pPr marL="0" lvl="0" indent="0" algn="l" defTabSz="844550">
            <a:lnSpc>
              <a:spcPct val="100000"/>
            </a:lnSpc>
            <a:spcBef>
              <a:spcPct val="0"/>
            </a:spcBef>
            <a:spcAft>
              <a:spcPct val="35000"/>
            </a:spcAft>
            <a:buNone/>
          </a:pPr>
          <a:r>
            <a:rPr lang="en-ZA" sz="1900" kern="1200"/>
            <a:t>How leadership enables project success (application)</a:t>
          </a:r>
          <a:endParaRPr lang="en-US" sz="1900" kern="1200"/>
        </a:p>
      </dsp:txBody>
      <dsp:txXfrm>
        <a:off x="773286" y="2513814"/>
        <a:ext cx="6770514" cy="669512"/>
      </dsp:txXfrm>
    </dsp:sp>
    <dsp:sp modelId="{78503BF6-3E90-475C-A200-E3F023178D56}">
      <dsp:nvSpPr>
        <dsp:cNvPr id="0" name=""/>
        <dsp:cNvSpPr/>
      </dsp:nvSpPr>
      <dsp:spPr>
        <a:xfrm>
          <a:off x="0" y="3350704"/>
          <a:ext cx="7543801" cy="66951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DC4883-5982-4887-AB79-D605CCA67A9B}">
      <dsp:nvSpPr>
        <dsp:cNvPr id="0" name=""/>
        <dsp:cNvSpPr/>
      </dsp:nvSpPr>
      <dsp:spPr>
        <a:xfrm>
          <a:off x="202527" y="3501344"/>
          <a:ext cx="368231" cy="36823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2F669EB-8092-42C2-A476-24A5C6248522}">
      <dsp:nvSpPr>
        <dsp:cNvPr id="0" name=""/>
        <dsp:cNvSpPr/>
      </dsp:nvSpPr>
      <dsp:spPr>
        <a:xfrm>
          <a:off x="773286" y="3350704"/>
          <a:ext cx="6770514" cy="6695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857" tIns="70857" rIns="70857" bIns="70857" numCol="1" spcCol="1270" anchor="ctr" anchorCtr="0">
          <a:noAutofit/>
        </a:bodyPr>
        <a:lstStyle/>
        <a:p>
          <a:pPr marL="0" lvl="0" indent="0" algn="l" defTabSz="844550">
            <a:lnSpc>
              <a:spcPct val="100000"/>
            </a:lnSpc>
            <a:spcBef>
              <a:spcPct val="0"/>
            </a:spcBef>
            <a:spcAft>
              <a:spcPct val="35000"/>
            </a:spcAft>
            <a:buNone/>
          </a:pPr>
          <a:r>
            <a:rPr lang="en-ZA" sz="1900" kern="1200"/>
            <a:t>Practical lessons: what effective leaders do across a project lifecycle</a:t>
          </a:r>
          <a:endParaRPr lang="en-US" sz="1900" kern="1200"/>
        </a:p>
      </dsp:txBody>
      <dsp:txXfrm>
        <a:off x="773286" y="3350704"/>
        <a:ext cx="6770514" cy="6695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9FBCA1-2672-4817-A13E-2145D0A52A6C}">
      <dsp:nvSpPr>
        <dsp:cNvPr id="0" name=""/>
        <dsp:cNvSpPr/>
      </dsp:nvSpPr>
      <dsp:spPr>
        <a:xfrm>
          <a:off x="0" y="1301"/>
          <a:ext cx="7543801"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B576102-B785-4567-AE2A-ED29A5E8ABAB}">
      <dsp:nvSpPr>
        <dsp:cNvPr id="0" name=""/>
        <dsp:cNvSpPr/>
      </dsp:nvSpPr>
      <dsp:spPr>
        <a:xfrm>
          <a:off x="167762" y="126083"/>
          <a:ext cx="305022" cy="3050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280DBC-E3D6-4EBD-B959-084F703BB8CA}">
      <dsp:nvSpPr>
        <dsp:cNvPr id="0" name=""/>
        <dsp:cNvSpPr/>
      </dsp:nvSpPr>
      <dsp:spPr>
        <a:xfrm>
          <a:off x="640548" y="1301"/>
          <a:ext cx="6903252"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622300">
            <a:lnSpc>
              <a:spcPct val="100000"/>
            </a:lnSpc>
            <a:spcBef>
              <a:spcPct val="0"/>
            </a:spcBef>
            <a:spcAft>
              <a:spcPct val="35000"/>
            </a:spcAft>
            <a:buNone/>
          </a:pPr>
          <a:r>
            <a:rPr lang="en-ZA" sz="1400" kern="1200"/>
            <a:t>By the end of the session, you should be able to:</a:t>
          </a:r>
          <a:endParaRPr lang="en-US" sz="1400" kern="1200"/>
        </a:p>
      </dsp:txBody>
      <dsp:txXfrm>
        <a:off x="640548" y="1301"/>
        <a:ext cx="6903252" cy="554587"/>
      </dsp:txXfrm>
    </dsp:sp>
    <dsp:sp modelId="{23526804-0E06-4E30-813A-63D6B36F6BA2}">
      <dsp:nvSpPr>
        <dsp:cNvPr id="0" name=""/>
        <dsp:cNvSpPr/>
      </dsp:nvSpPr>
      <dsp:spPr>
        <a:xfrm>
          <a:off x="0" y="694535"/>
          <a:ext cx="7543801"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8FF2ED-42CE-4595-A682-378CDEA7A635}">
      <dsp:nvSpPr>
        <dsp:cNvPr id="0" name=""/>
        <dsp:cNvSpPr/>
      </dsp:nvSpPr>
      <dsp:spPr>
        <a:xfrm>
          <a:off x="167762" y="819317"/>
          <a:ext cx="305022" cy="3050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CDAAA74-030C-4DF4-8888-251E449166D2}">
      <dsp:nvSpPr>
        <dsp:cNvPr id="0" name=""/>
        <dsp:cNvSpPr/>
      </dsp:nvSpPr>
      <dsp:spPr>
        <a:xfrm>
          <a:off x="640548" y="694535"/>
          <a:ext cx="6903252"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622300">
            <a:lnSpc>
              <a:spcPct val="100000"/>
            </a:lnSpc>
            <a:spcBef>
              <a:spcPct val="0"/>
            </a:spcBef>
            <a:spcAft>
              <a:spcPct val="35000"/>
            </a:spcAft>
            <a:buNone/>
          </a:pPr>
          <a:r>
            <a:rPr lang="en-ZA" sz="1400" kern="1200"/>
            <a:t>Define a project and explain how it differs from routine work</a:t>
          </a:r>
          <a:endParaRPr lang="en-US" sz="1400" kern="1200"/>
        </a:p>
      </dsp:txBody>
      <dsp:txXfrm>
        <a:off x="640548" y="694535"/>
        <a:ext cx="6903252" cy="554587"/>
      </dsp:txXfrm>
    </dsp:sp>
    <dsp:sp modelId="{F6391DDF-0FB1-4C19-9731-E86119415081}">
      <dsp:nvSpPr>
        <dsp:cNvPr id="0" name=""/>
        <dsp:cNvSpPr/>
      </dsp:nvSpPr>
      <dsp:spPr>
        <a:xfrm>
          <a:off x="0" y="1387769"/>
          <a:ext cx="7543801"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7C032B-FBA5-4F23-8699-B2D4311BA0E1}">
      <dsp:nvSpPr>
        <dsp:cNvPr id="0" name=""/>
        <dsp:cNvSpPr/>
      </dsp:nvSpPr>
      <dsp:spPr>
        <a:xfrm>
          <a:off x="167762" y="1512551"/>
          <a:ext cx="305022" cy="30502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73EBF54-DFE5-4125-91A0-A9C6D93FACEA}">
      <dsp:nvSpPr>
        <dsp:cNvPr id="0" name=""/>
        <dsp:cNvSpPr/>
      </dsp:nvSpPr>
      <dsp:spPr>
        <a:xfrm>
          <a:off x="640548" y="1387769"/>
          <a:ext cx="6903252"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622300">
            <a:lnSpc>
              <a:spcPct val="100000"/>
            </a:lnSpc>
            <a:spcBef>
              <a:spcPct val="0"/>
            </a:spcBef>
            <a:spcAft>
              <a:spcPct val="35000"/>
            </a:spcAft>
            <a:buNone/>
          </a:pPr>
          <a:r>
            <a:rPr lang="en-ZA" sz="1400" kern="1200"/>
            <a:t>Describe how project teams are formed and why they are often cross-functional</a:t>
          </a:r>
          <a:endParaRPr lang="en-US" sz="1400" kern="1200"/>
        </a:p>
      </dsp:txBody>
      <dsp:txXfrm>
        <a:off x="640548" y="1387769"/>
        <a:ext cx="6903252" cy="554587"/>
      </dsp:txXfrm>
    </dsp:sp>
    <dsp:sp modelId="{41B1EF0A-0AAA-4B5C-8AC8-2EDA7BA5E524}">
      <dsp:nvSpPr>
        <dsp:cNvPr id="0" name=""/>
        <dsp:cNvSpPr/>
      </dsp:nvSpPr>
      <dsp:spPr>
        <a:xfrm>
          <a:off x="0" y="2081003"/>
          <a:ext cx="7543801"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6E5B4E-53DF-49B0-BF96-D633B97E1A7E}">
      <dsp:nvSpPr>
        <dsp:cNvPr id="0" name=""/>
        <dsp:cNvSpPr/>
      </dsp:nvSpPr>
      <dsp:spPr>
        <a:xfrm>
          <a:off x="167762" y="2205785"/>
          <a:ext cx="305022" cy="30502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643C06-137D-4803-A3D6-E9EB026CCA21}">
      <dsp:nvSpPr>
        <dsp:cNvPr id="0" name=""/>
        <dsp:cNvSpPr/>
      </dsp:nvSpPr>
      <dsp:spPr>
        <a:xfrm>
          <a:off x="640548" y="2081003"/>
          <a:ext cx="6903252"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622300">
            <a:lnSpc>
              <a:spcPct val="100000"/>
            </a:lnSpc>
            <a:spcBef>
              <a:spcPct val="0"/>
            </a:spcBef>
            <a:spcAft>
              <a:spcPct val="35000"/>
            </a:spcAft>
            <a:buNone/>
          </a:pPr>
          <a:r>
            <a:rPr lang="en-ZA" sz="1400" kern="1200"/>
            <a:t>Explain leadership in teams using key theories and models</a:t>
          </a:r>
          <a:endParaRPr lang="en-US" sz="1400" kern="1200"/>
        </a:p>
      </dsp:txBody>
      <dsp:txXfrm>
        <a:off x="640548" y="2081003"/>
        <a:ext cx="6903252" cy="554587"/>
      </dsp:txXfrm>
    </dsp:sp>
    <dsp:sp modelId="{90DB5E70-7E98-412D-9E27-581F09525129}">
      <dsp:nvSpPr>
        <dsp:cNvPr id="0" name=""/>
        <dsp:cNvSpPr/>
      </dsp:nvSpPr>
      <dsp:spPr>
        <a:xfrm>
          <a:off x="0" y="2774237"/>
          <a:ext cx="7543801"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3D20C6-551E-4589-8A67-CD6F60F6C585}">
      <dsp:nvSpPr>
        <dsp:cNvPr id="0" name=""/>
        <dsp:cNvSpPr/>
      </dsp:nvSpPr>
      <dsp:spPr>
        <a:xfrm>
          <a:off x="167762" y="2899019"/>
          <a:ext cx="305022" cy="30502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CDEDB1C-E77D-4025-BF4B-D67E3DF95A32}">
      <dsp:nvSpPr>
        <dsp:cNvPr id="0" name=""/>
        <dsp:cNvSpPr/>
      </dsp:nvSpPr>
      <dsp:spPr>
        <a:xfrm>
          <a:off x="640548" y="2774237"/>
          <a:ext cx="6903252"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622300">
            <a:lnSpc>
              <a:spcPct val="100000"/>
            </a:lnSpc>
            <a:spcBef>
              <a:spcPct val="0"/>
            </a:spcBef>
            <a:spcAft>
              <a:spcPct val="35000"/>
            </a:spcAft>
            <a:buNone/>
          </a:pPr>
          <a:r>
            <a:rPr lang="en-ZA" sz="1400" kern="1200"/>
            <a:t>Apply leadership concepts to real project team challenges (communication, conflict, motivation, deadlines)</a:t>
          </a:r>
          <a:endParaRPr lang="en-US" sz="1400" kern="1200"/>
        </a:p>
      </dsp:txBody>
      <dsp:txXfrm>
        <a:off x="640548" y="2774237"/>
        <a:ext cx="6903252" cy="554587"/>
      </dsp:txXfrm>
    </dsp:sp>
    <dsp:sp modelId="{63176923-23BF-426F-97F7-DC6FFDFD7539}">
      <dsp:nvSpPr>
        <dsp:cNvPr id="0" name=""/>
        <dsp:cNvSpPr/>
      </dsp:nvSpPr>
      <dsp:spPr>
        <a:xfrm>
          <a:off x="0" y="3467471"/>
          <a:ext cx="7543801" cy="55458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0ED849-CB48-4A36-BBE2-DB670E5E9E6A}">
      <dsp:nvSpPr>
        <dsp:cNvPr id="0" name=""/>
        <dsp:cNvSpPr/>
      </dsp:nvSpPr>
      <dsp:spPr>
        <a:xfrm>
          <a:off x="167762" y="3592253"/>
          <a:ext cx="305022" cy="30502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FE0F6EA-AC91-41A4-BC03-E2C9E434887B}">
      <dsp:nvSpPr>
        <dsp:cNvPr id="0" name=""/>
        <dsp:cNvSpPr/>
      </dsp:nvSpPr>
      <dsp:spPr>
        <a:xfrm>
          <a:off x="640548" y="3467471"/>
          <a:ext cx="6903252" cy="554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694" tIns="58694" rIns="58694" bIns="58694" numCol="1" spcCol="1270" anchor="ctr" anchorCtr="0">
          <a:noAutofit/>
        </a:bodyPr>
        <a:lstStyle/>
        <a:p>
          <a:pPr marL="0" lvl="0" indent="0" algn="l" defTabSz="622300">
            <a:lnSpc>
              <a:spcPct val="100000"/>
            </a:lnSpc>
            <a:spcBef>
              <a:spcPct val="0"/>
            </a:spcBef>
            <a:spcAft>
              <a:spcPct val="35000"/>
            </a:spcAft>
            <a:buNone/>
          </a:pPr>
          <a:r>
            <a:rPr lang="en-ZA" sz="1400" kern="1200"/>
            <a:t>Connect project outcomes to leadership behaviours and team dynamics</a:t>
          </a:r>
          <a:endParaRPr lang="en-US" sz="1400" kern="1200"/>
        </a:p>
      </dsp:txBody>
      <dsp:txXfrm>
        <a:off x="640548" y="3467471"/>
        <a:ext cx="6903252" cy="55458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hdr" sz="quarter"/>
          </p:nvPr>
        </p:nvSpPr>
        <p:spPr bwMode="auto">
          <a:xfrm>
            <a:off x="0" y="1"/>
            <a:ext cx="2971800" cy="53331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spcBef>
                <a:spcPct val="0"/>
              </a:spcBef>
              <a:defRPr sz="1200">
                <a:latin typeface="Times New Roman" charset="0"/>
              </a:defRPr>
            </a:lvl1pPr>
          </a:lstStyle>
          <a:p>
            <a:pPr>
              <a:defRPr/>
            </a:pPr>
            <a:endParaRPr lang="en-GB"/>
          </a:p>
        </p:txBody>
      </p:sp>
      <p:sp>
        <p:nvSpPr>
          <p:cNvPr id="18435" name="Rectangle 3"/>
          <p:cNvSpPr>
            <a:spLocks noGrp="1" noChangeArrowheads="1"/>
          </p:cNvSpPr>
          <p:nvPr>
            <p:ph type="dt" sz="quarter" idx="1"/>
          </p:nvPr>
        </p:nvSpPr>
        <p:spPr bwMode="auto">
          <a:xfrm>
            <a:off x="3887788" y="1"/>
            <a:ext cx="2895600" cy="53331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spcBef>
                <a:spcPct val="0"/>
              </a:spcBef>
              <a:defRPr sz="1200">
                <a:latin typeface="Times New Roman" charset="0"/>
              </a:defRPr>
            </a:lvl1pPr>
          </a:lstStyle>
          <a:p>
            <a:pPr>
              <a:defRPr/>
            </a:pPr>
            <a:endParaRPr lang="en-GB"/>
          </a:p>
        </p:txBody>
      </p:sp>
      <p:sp>
        <p:nvSpPr>
          <p:cNvPr id="18436" name="Rectangle 4"/>
          <p:cNvSpPr>
            <a:spLocks noGrp="1" noChangeArrowheads="1"/>
          </p:cNvSpPr>
          <p:nvPr>
            <p:ph type="ftr" sz="quarter" idx="2"/>
          </p:nvPr>
        </p:nvSpPr>
        <p:spPr bwMode="auto">
          <a:xfrm>
            <a:off x="0" y="9447290"/>
            <a:ext cx="2971800" cy="45712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spcBef>
                <a:spcPct val="0"/>
              </a:spcBef>
              <a:defRPr sz="1200">
                <a:latin typeface="Times New Roman" charset="0"/>
              </a:defRPr>
            </a:lvl1pPr>
          </a:lstStyle>
          <a:p>
            <a:pPr>
              <a:defRPr/>
            </a:pPr>
            <a:endParaRPr lang="en-GB"/>
          </a:p>
        </p:txBody>
      </p:sp>
      <p:sp>
        <p:nvSpPr>
          <p:cNvPr id="18437" name="Rectangle 5"/>
          <p:cNvSpPr>
            <a:spLocks noGrp="1" noChangeArrowheads="1"/>
          </p:cNvSpPr>
          <p:nvPr>
            <p:ph type="sldNum" sz="quarter" idx="3"/>
          </p:nvPr>
        </p:nvSpPr>
        <p:spPr bwMode="auto">
          <a:xfrm>
            <a:off x="3887788" y="9447290"/>
            <a:ext cx="2895600" cy="457127"/>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spcBef>
                <a:spcPct val="0"/>
              </a:spcBef>
              <a:defRPr sz="1200">
                <a:latin typeface="Times New Roman" charset="0"/>
              </a:defRPr>
            </a:lvl1pPr>
          </a:lstStyle>
          <a:p>
            <a:pPr>
              <a:defRPr/>
            </a:pPr>
            <a:fld id="{9C4E02CD-1483-4DE2-B12D-ACA87BD85F5E}" type="slidenum">
              <a:rPr lang="en-GB"/>
              <a:pPr>
                <a:defRPr/>
              </a:pPr>
              <a:t>‹#›</a:t>
            </a:fld>
            <a:endParaRPr lang="en-GB"/>
          </a:p>
        </p:txBody>
      </p:sp>
    </p:spTree>
    <p:extLst>
      <p:ext uri="{BB962C8B-B14F-4D97-AF65-F5344CB8AC3E}">
        <p14:creationId xmlns:p14="http://schemas.microsoft.com/office/powerpoint/2010/main" val="20287348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946189" cy="49665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899" y="0"/>
            <a:ext cx="2946189" cy="496650"/>
          </a:xfrm>
          <a:prstGeom prst="rect">
            <a:avLst/>
          </a:prstGeom>
        </p:spPr>
        <p:txBody>
          <a:bodyPr vert="horz" lIns="91440" tIns="45720" rIns="91440" bIns="45720" rtlCol="0"/>
          <a:lstStyle>
            <a:lvl1pPr algn="r">
              <a:defRPr sz="1200"/>
            </a:lvl1pPr>
          </a:lstStyle>
          <a:p>
            <a:fld id="{B99B6BBB-A61E-48A2-876D-141B644F06FE}" type="datetimeFigureOut">
              <a:rPr lang="en-US" smtClean="0"/>
              <a:pPr/>
              <a:t>2/12/2026</a:t>
            </a:fld>
            <a:endParaRPr lang="en-GB"/>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15788"/>
            <a:ext cx="5438140" cy="446667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1" y="9428402"/>
            <a:ext cx="2946189" cy="49665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899" y="9428402"/>
            <a:ext cx="2946189" cy="496650"/>
          </a:xfrm>
          <a:prstGeom prst="rect">
            <a:avLst/>
          </a:prstGeom>
        </p:spPr>
        <p:txBody>
          <a:bodyPr vert="horz" lIns="91440" tIns="45720" rIns="91440" bIns="45720" rtlCol="0" anchor="b"/>
          <a:lstStyle>
            <a:lvl1pPr algn="r">
              <a:defRPr sz="1200"/>
            </a:lvl1pPr>
          </a:lstStyle>
          <a:p>
            <a:fld id="{1D5D237D-E0C3-480A-90F5-8F342103C328}" type="slidenum">
              <a:rPr lang="en-GB" smtClean="0"/>
              <a:pPr/>
              <a:t>‹#›</a:t>
            </a:fld>
            <a:endParaRPr lang="en-GB"/>
          </a:p>
        </p:txBody>
      </p:sp>
    </p:spTree>
    <p:extLst>
      <p:ext uri="{BB962C8B-B14F-4D97-AF65-F5344CB8AC3E}">
        <p14:creationId xmlns:p14="http://schemas.microsoft.com/office/powerpoint/2010/main" val="2862034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15.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endParaRPr lang="en-GB"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endParaRPr lang="en-GB" dirty="0"/>
          </a:p>
        </p:txBody>
      </p:sp>
      <p:sp>
        <p:nvSpPr>
          <p:cNvPr id="4" name="Rectangle 3"/>
          <p:cNvSpPr>
            <a:spLocks noGrp="1" noChangeArrowheads="1"/>
          </p:cNvSpPr>
          <p:nvPr>
            <p:ph type="dt" sz="half" idx="10"/>
          </p:nvPr>
        </p:nvSpPr>
        <p:spPr>
          <a:ln/>
        </p:spPr>
        <p:txBody>
          <a:bodyPr/>
          <a:lstStyle>
            <a:lvl1pPr>
              <a:defRPr/>
            </a:lvl1pPr>
          </a:lstStyle>
          <a:p>
            <a:pPr>
              <a:defRPr/>
            </a:pPr>
            <a:endParaRPr lang="en-GB" dirty="0"/>
          </a:p>
        </p:txBody>
      </p:sp>
      <p:sp>
        <p:nvSpPr>
          <p:cNvPr id="5" name="Rectangle 4"/>
          <p:cNvSpPr>
            <a:spLocks noGrp="1" noChangeArrowheads="1"/>
          </p:cNvSpPr>
          <p:nvPr>
            <p:ph type="ftr" sz="quarter" idx="11"/>
          </p:nvPr>
        </p:nvSpPr>
        <p:spPr>
          <a:ln/>
        </p:spPr>
        <p:txBody>
          <a:bodyPr/>
          <a:lstStyle>
            <a:lvl1pPr>
              <a:defRPr/>
            </a:lvl1pPr>
          </a:lstStyle>
          <a:p>
            <a:pPr>
              <a:defRPr/>
            </a:pPr>
            <a:endParaRPr lang="en-GB" dirty="0"/>
          </a:p>
        </p:txBody>
      </p:sp>
      <p:sp>
        <p:nvSpPr>
          <p:cNvPr id="6" name="Rectangle 5"/>
          <p:cNvSpPr>
            <a:spLocks noGrp="1" noChangeArrowheads="1"/>
          </p:cNvSpPr>
          <p:nvPr>
            <p:ph type="sldNum" sz="quarter" idx="12"/>
          </p:nvPr>
        </p:nvSpPr>
        <p:spPr>
          <a:ln/>
        </p:spPr>
        <p:txBody>
          <a:bodyPr/>
          <a:lstStyle>
            <a:lvl1pPr>
              <a:defRPr/>
            </a:lvl1pPr>
          </a:lstStyle>
          <a:p>
            <a:pPr>
              <a:defRPr/>
            </a:pPr>
            <a:fld id="{9C73BA09-15CF-4464-9A81-6F5A4B71C8AA}" type="slidenum">
              <a:rPr lang="en-GB"/>
              <a:pPr>
                <a:defRPr/>
              </a:pPr>
              <a:t>‹#›</a:t>
            </a:fld>
            <a:endParaRPr lang="en-GB" dirty="0"/>
          </a:p>
        </p:txBody>
      </p:sp>
    </p:spTree>
  </p:cSld>
  <p:clrMapOvr>
    <a:masterClrMapping/>
  </p:clrMapOvr>
  <p:transition>
    <p:randomBa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cSld>
  <p:clrMapOvr>
    <a:masterClrMapping/>
  </p:clrMapOvr>
  <p:transition>
    <p:randomBa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69406E0F-0451-48F3-A31D-DCD0A1D93D00}" type="slidenum">
              <a:rPr lang="en-GB"/>
              <a:pPr>
                <a:defRPr/>
              </a:pPr>
              <a:t>‹#›</a:t>
            </a:fld>
            <a:endParaRPr lang="en-GB"/>
          </a:p>
        </p:txBody>
      </p:sp>
    </p:spTree>
  </p:cSld>
  <p:clrMapOvr>
    <a:masterClrMapping/>
  </p:clrMapOvr>
  <p:transition>
    <p:randomBa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12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03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3"/>
          <p:cNvSpPr>
            <a:spLocks noGrp="1" noChangeArrowheads="1"/>
          </p:cNvSpPr>
          <p:nvPr>
            <p:ph type="dt" sz="half" idx="10"/>
          </p:nvPr>
        </p:nvSpPr>
        <p:spPr>
          <a:ln/>
        </p:spPr>
        <p:txBody>
          <a:bodyPr/>
          <a:lstStyle>
            <a:lvl1pPr>
              <a:defRPr/>
            </a:lvl1pPr>
          </a:lstStyle>
          <a:p>
            <a:pPr>
              <a:defRPr/>
            </a:pPr>
            <a:endParaRPr lang="en-GB"/>
          </a:p>
        </p:txBody>
      </p:sp>
      <p:sp>
        <p:nvSpPr>
          <p:cNvPr id="6" name="Rectangle 4"/>
          <p:cNvSpPr>
            <a:spLocks noGrp="1" noChangeArrowheads="1"/>
          </p:cNvSpPr>
          <p:nvPr>
            <p:ph type="ftr" sz="quarter" idx="11"/>
          </p:nvPr>
        </p:nvSpPr>
        <p:spPr>
          <a:ln/>
        </p:spPr>
        <p:txBody>
          <a:bodyPr/>
          <a:lstStyle>
            <a:lvl1pPr>
              <a:defRPr/>
            </a:lvl1pPr>
          </a:lstStyle>
          <a:p>
            <a:pPr>
              <a:defRPr/>
            </a:pPr>
            <a:endParaRPr lang="en-GB"/>
          </a:p>
        </p:txBody>
      </p:sp>
      <p:sp>
        <p:nvSpPr>
          <p:cNvPr id="7" name="Rectangle 5"/>
          <p:cNvSpPr>
            <a:spLocks noGrp="1" noChangeArrowheads="1"/>
          </p:cNvSpPr>
          <p:nvPr>
            <p:ph type="sldNum" sz="quarter" idx="12"/>
          </p:nvPr>
        </p:nvSpPr>
        <p:spPr>
          <a:ln/>
        </p:spPr>
        <p:txBody>
          <a:bodyPr/>
          <a:lstStyle>
            <a:lvl1pPr>
              <a:defRPr/>
            </a:lvl1pPr>
          </a:lstStyle>
          <a:p>
            <a:pPr>
              <a:defRPr/>
            </a:pPr>
            <a:fld id="{41D55992-BBB7-4677-AD47-9D5E6346A427}" type="slidenum">
              <a:rPr lang="en-GB"/>
              <a:pPr>
                <a:defRPr/>
              </a:pPr>
              <a:t>‹#›</a:t>
            </a:fld>
            <a:endParaRPr lang="en-GB"/>
          </a:p>
        </p:txBody>
      </p:sp>
    </p:spTree>
  </p:cSld>
  <p:clrMapOvr>
    <a:masterClrMapping/>
  </p:clrMapOvr>
  <p:transition>
    <p:randomBa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3"/>
          <p:cNvSpPr>
            <a:spLocks noGrp="1" noChangeArrowheads="1"/>
          </p:cNvSpPr>
          <p:nvPr>
            <p:ph type="dt" sz="half" idx="10"/>
          </p:nvPr>
        </p:nvSpPr>
        <p:spPr>
          <a:ln/>
        </p:spPr>
        <p:txBody>
          <a:bodyPr/>
          <a:lstStyle>
            <a:lvl1pPr>
              <a:defRPr/>
            </a:lvl1pPr>
          </a:lstStyle>
          <a:p>
            <a:pPr>
              <a:defRPr/>
            </a:pPr>
            <a:endParaRPr lang="en-GB"/>
          </a:p>
        </p:txBody>
      </p:sp>
      <p:sp>
        <p:nvSpPr>
          <p:cNvPr id="8" name="Rectangle 4"/>
          <p:cNvSpPr>
            <a:spLocks noGrp="1" noChangeArrowheads="1"/>
          </p:cNvSpPr>
          <p:nvPr>
            <p:ph type="ftr" sz="quarter" idx="11"/>
          </p:nvPr>
        </p:nvSpPr>
        <p:spPr>
          <a:ln/>
        </p:spPr>
        <p:txBody>
          <a:bodyPr/>
          <a:lstStyle>
            <a:lvl1pPr>
              <a:defRPr/>
            </a:lvl1pPr>
          </a:lstStyle>
          <a:p>
            <a:pPr>
              <a:defRPr/>
            </a:pPr>
            <a:endParaRPr lang="en-GB"/>
          </a:p>
        </p:txBody>
      </p:sp>
      <p:sp>
        <p:nvSpPr>
          <p:cNvPr id="9" name="Rectangle 5"/>
          <p:cNvSpPr>
            <a:spLocks noGrp="1" noChangeArrowheads="1"/>
          </p:cNvSpPr>
          <p:nvPr>
            <p:ph type="sldNum" sz="quarter" idx="12"/>
          </p:nvPr>
        </p:nvSpPr>
        <p:spPr>
          <a:ln/>
        </p:spPr>
        <p:txBody>
          <a:bodyPr/>
          <a:lstStyle>
            <a:lvl1pPr>
              <a:defRPr/>
            </a:lvl1pPr>
          </a:lstStyle>
          <a:p>
            <a:pPr>
              <a:defRPr/>
            </a:pPr>
            <a:fld id="{614154AE-1853-4BC6-A767-91D6CFB2DFAC}" type="slidenum">
              <a:rPr lang="en-GB"/>
              <a:pPr>
                <a:defRPr/>
              </a:pPr>
              <a:t>‹#›</a:t>
            </a:fld>
            <a:endParaRPr lang="en-GB"/>
          </a:p>
        </p:txBody>
      </p:sp>
    </p:spTree>
  </p:cSld>
  <p:clrMapOvr>
    <a:masterClrMapping/>
  </p:clrMapOvr>
  <p:transition>
    <p:randomBa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3" name="Rectangle 3"/>
          <p:cNvSpPr>
            <a:spLocks noGrp="1" noChangeArrowheads="1"/>
          </p:cNvSpPr>
          <p:nvPr>
            <p:ph type="dt" sz="half" idx="10"/>
          </p:nvPr>
        </p:nvSpPr>
        <p:spPr>
          <a:ln/>
        </p:spPr>
        <p:txBody>
          <a:bodyPr/>
          <a:lstStyle>
            <a:lvl1pPr>
              <a:defRPr/>
            </a:lvl1pPr>
          </a:lstStyle>
          <a:p>
            <a:pPr>
              <a:defRPr/>
            </a:pPr>
            <a:endParaRPr lang="en-GB"/>
          </a:p>
        </p:txBody>
      </p:sp>
      <p:sp>
        <p:nvSpPr>
          <p:cNvPr id="4" name="Rectangle 4"/>
          <p:cNvSpPr>
            <a:spLocks noGrp="1" noChangeArrowheads="1"/>
          </p:cNvSpPr>
          <p:nvPr>
            <p:ph type="ftr" sz="quarter" idx="11"/>
          </p:nvPr>
        </p:nvSpPr>
        <p:spPr>
          <a:ln/>
        </p:spPr>
        <p:txBody>
          <a:bodyPr/>
          <a:lstStyle>
            <a:lvl1pPr>
              <a:defRPr/>
            </a:lvl1pPr>
          </a:lstStyle>
          <a:p>
            <a:pPr>
              <a:defRPr/>
            </a:pPr>
            <a:endParaRPr lang="en-GB"/>
          </a:p>
        </p:txBody>
      </p:sp>
      <p:sp>
        <p:nvSpPr>
          <p:cNvPr id="5" name="Rectangle 5"/>
          <p:cNvSpPr>
            <a:spLocks noGrp="1" noChangeArrowheads="1"/>
          </p:cNvSpPr>
          <p:nvPr>
            <p:ph type="sldNum" sz="quarter" idx="12"/>
          </p:nvPr>
        </p:nvSpPr>
        <p:spPr>
          <a:ln/>
        </p:spPr>
        <p:txBody>
          <a:bodyPr/>
          <a:lstStyle>
            <a:lvl1pPr>
              <a:defRPr/>
            </a:lvl1pPr>
          </a:lstStyle>
          <a:p>
            <a:pPr>
              <a:defRPr/>
            </a:pPr>
            <a:fld id="{07B00AC9-D595-42DB-A86C-6B6C69392786}" type="slidenum">
              <a:rPr lang="en-GB"/>
              <a:pPr>
                <a:defRPr/>
              </a:pPr>
              <a:t>‹#›</a:t>
            </a:fld>
            <a:endParaRPr lang="en-GB"/>
          </a:p>
        </p:txBody>
      </p:sp>
    </p:spTree>
  </p:cSld>
  <p:clrMapOvr>
    <a:masterClrMapping/>
  </p:clrMapOvr>
  <p:transition>
    <p:randomBa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3"/>
          <p:cNvSpPr>
            <a:spLocks noGrp="1" noChangeArrowheads="1"/>
          </p:cNvSpPr>
          <p:nvPr>
            <p:ph type="dt" sz="half" idx="10"/>
          </p:nvPr>
        </p:nvSpPr>
        <p:spPr>
          <a:ln/>
        </p:spPr>
        <p:txBody>
          <a:bodyPr/>
          <a:lstStyle>
            <a:lvl1pPr>
              <a:defRPr/>
            </a:lvl1pPr>
          </a:lstStyle>
          <a:p>
            <a:pPr>
              <a:defRPr/>
            </a:pPr>
            <a:endParaRPr lang="en-GB"/>
          </a:p>
        </p:txBody>
      </p:sp>
      <p:sp>
        <p:nvSpPr>
          <p:cNvPr id="3" name="Rectangle 4"/>
          <p:cNvSpPr>
            <a:spLocks noGrp="1" noChangeArrowheads="1"/>
          </p:cNvSpPr>
          <p:nvPr>
            <p:ph type="ftr" sz="quarter" idx="11"/>
          </p:nvPr>
        </p:nvSpPr>
        <p:spPr>
          <a:ln/>
        </p:spPr>
        <p:txBody>
          <a:bodyPr/>
          <a:lstStyle>
            <a:lvl1pPr>
              <a:defRPr/>
            </a:lvl1pPr>
          </a:lstStyle>
          <a:p>
            <a:pPr>
              <a:defRPr/>
            </a:pPr>
            <a:endParaRPr lang="en-GB"/>
          </a:p>
        </p:txBody>
      </p:sp>
      <p:sp>
        <p:nvSpPr>
          <p:cNvPr id="4" name="Rectangle 5"/>
          <p:cNvSpPr>
            <a:spLocks noGrp="1" noChangeArrowheads="1"/>
          </p:cNvSpPr>
          <p:nvPr>
            <p:ph type="sldNum" sz="quarter" idx="12"/>
          </p:nvPr>
        </p:nvSpPr>
        <p:spPr>
          <a:ln/>
        </p:spPr>
        <p:txBody>
          <a:bodyPr/>
          <a:lstStyle>
            <a:lvl1pPr>
              <a:defRPr/>
            </a:lvl1pPr>
          </a:lstStyle>
          <a:p>
            <a:pPr>
              <a:defRPr/>
            </a:pPr>
            <a:fld id="{E3AD8077-80D0-483F-AFE1-B19137A2B21D}" type="slidenum">
              <a:rPr lang="en-GB"/>
              <a:pPr>
                <a:defRPr/>
              </a:pPr>
              <a:t>‹#›</a:t>
            </a:fld>
            <a:endParaRPr lang="en-GB"/>
          </a:p>
        </p:txBody>
      </p:sp>
    </p:spTree>
  </p:cSld>
  <p:clrMapOvr>
    <a:masterClrMapping/>
  </p:clrMapOvr>
  <p:transition>
    <p:randomBa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p:cNvSpPr>
            <a:spLocks noGrp="1" noChangeArrowheads="1"/>
          </p:cNvSpPr>
          <p:nvPr>
            <p:ph type="dt" sz="half" idx="10"/>
          </p:nvPr>
        </p:nvSpPr>
        <p:spPr>
          <a:ln/>
        </p:spPr>
        <p:txBody>
          <a:bodyPr/>
          <a:lstStyle>
            <a:lvl1pPr>
              <a:defRPr/>
            </a:lvl1pPr>
          </a:lstStyle>
          <a:p>
            <a:pPr>
              <a:defRPr/>
            </a:pPr>
            <a:endParaRPr lang="en-GB"/>
          </a:p>
        </p:txBody>
      </p:sp>
      <p:sp>
        <p:nvSpPr>
          <p:cNvPr id="6" name="Rectangle 4"/>
          <p:cNvSpPr>
            <a:spLocks noGrp="1" noChangeArrowheads="1"/>
          </p:cNvSpPr>
          <p:nvPr>
            <p:ph type="ftr" sz="quarter" idx="11"/>
          </p:nvPr>
        </p:nvSpPr>
        <p:spPr>
          <a:ln/>
        </p:spPr>
        <p:txBody>
          <a:bodyPr/>
          <a:lstStyle>
            <a:lvl1pPr>
              <a:defRPr/>
            </a:lvl1pPr>
          </a:lstStyle>
          <a:p>
            <a:pPr>
              <a:defRPr/>
            </a:pPr>
            <a:endParaRPr lang="en-GB"/>
          </a:p>
        </p:txBody>
      </p:sp>
      <p:sp>
        <p:nvSpPr>
          <p:cNvPr id="7" name="Rectangle 5"/>
          <p:cNvSpPr>
            <a:spLocks noGrp="1" noChangeArrowheads="1"/>
          </p:cNvSpPr>
          <p:nvPr>
            <p:ph type="sldNum" sz="quarter" idx="12"/>
          </p:nvPr>
        </p:nvSpPr>
        <p:spPr>
          <a:ln/>
        </p:spPr>
        <p:txBody>
          <a:bodyPr/>
          <a:lstStyle>
            <a:lvl1pPr>
              <a:defRPr/>
            </a:lvl1pPr>
          </a:lstStyle>
          <a:p>
            <a:pPr>
              <a:defRPr/>
            </a:pPr>
            <a:fld id="{8D6308D2-D465-4476-B67A-DD019482C541}" type="slidenum">
              <a:rPr lang="en-GB"/>
              <a:pPr>
                <a:defRPr/>
              </a:pPr>
              <a:t>‹#›</a:t>
            </a:fld>
            <a:endParaRPr lang="en-GB"/>
          </a:p>
        </p:txBody>
      </p:sp>
    </p:spTree>
  </p:cSld>
  <p:clrMapOvr>
    <a:masterClrMapping/>
  </p:clrMapOvr>
  <p:transition>
    <p:randomBa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3"/>
          <p:cNvSpPr>
            <a:spLocks noGrp="1" noChangeArrowheads="1"/>
          </p:cNvSpPr>
          <p:nvPr>
            <p:ph type="dt" sz="half" idx="10"/>
          </p:nvPr>
        </p:nvSpPr>
        <p:spPr>
          <a:ln/>
        </p:spPr>
        <p:txBody>
          <a:bodyPr/>
          <a:lstStyle>
            <a:lvl1pPr>
              <a:defRPr/>
            </a:lvl1pPr>
          </a:lstStyle>
          <a:p>
            <a:pPr>
              <a:defRPr/>
            </a:pPr>
            <a:endParaRPr lang="en-GB"/>
          </a:p>
        </p:txBody>
      </p:sp>
      <p:sp>
        <p:nvSpPr>
          <p:cNvPr id="6" name="Rectangle 4"/>
          <p:cNvSpPr>
            <a:spLocks noGrp="1" noChangeArrowheads="1"/>
          </p:cNvSpPr>
          <p:nvPr>
            <p:ph type="ftr" sz="quarter" idx="11"/>
          </p:nvPr>
        </p:nvSpPr>
        <p:spPr>
          <a:ln/>
        </p:spPr>
        <p:txBody>
          <a:bodyPr/>
          <a:lstStyle>
            <a:lvl1pPr>
              <a:defRPr/>
            </a:lvl1pPr>
          </a:lstStyle>
          <a:p>
            <a:pPr>
              <a:defRPr/>
            </a:pPr>
            <a:endParaRPr lang="en-GB"/>
          </a:p>
        </p:txBody>
      </p:sp>
      <p:sp>
        <p:nvSpPr>
          <p:cNvPr id="7" name="Rectangle 5"/>
          <p:cNvSpPr>
            <a:spLocks noGrp="1" noChangeArrowheads="1"/>
          </p:cNvSpPr>
          <p:nvPr>
            <p:ph type="sldNum" sz="quarter" idx="12"/>
          </p:nvPr>
        </p:nvSpPr>
        <p:spPr>
          <a:ln/>
        </p:spPr>
        <p:txBody>
          <a:bodyPr/>
          <a:lstStyle>
            <a:lvl1pPr>
              <a:defRPr/>
            </a:lvl1pPr>
          </a:lstStyle>
          <a:p>
            <a:pPr>
              <a:defRPr/>
            </a:pPr>
            <a:fld id="{E4F1086C-9417-445A-A230-9E8BC76392DB}" type="slidenum">
              <a:rPr lang="en-GB"/>
              <a:pPr>
                <a:defRPr/>
              </a:pPr>
              <a:t>‹#›</a:t>
            </a:fld>
            <a:endParaRPr lang="en-GB"/>
          </a:p>
        </p:txBody>
      </p:sp>
    </p:spTree>
  </p:cSld>
  <p:clrMapOvr>
    <a:masterClrMapping/>
  </p:clrMapOvr>
  <p:transition>
    <p:randomBa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9E7E0A58-AFBB-40C6-BC3A-0058ADCC028F}" type="slidenum">
              <a:rPr lang="en-GB"/>
              <a:pPr>
                <a:defRPr/>
              </a:pPr>
              <a:t>‹#›</a:t>
            </a:fld>
            <a:endParaRPr lang="en-GB"/>
          </a:p>
        </p:txBody>
      </p:sp>
    </p:spTree>
  </p:cSld>
  <p:clrMapOvr>
    <a:masterClrMapping/>
  </p:clrMapOvr>
  <p:transition>
    <p:randomBa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1775" y="258763"/>
            <a:ext cx="2060575" cy="554513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95288" y="258763"/>
            <a:ext cx="6034087" cy="5545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33971DAA-E22C-4DDC-848E-9041CAA045C7}" type="slidenum">
              <a:rPr lang="en-GB"/>
              <a:pPr>
                <a:defRPr/>
              </a:pPr>
              <a:t>‹#›</a:t>
            </a:fld>
            <a:endParaRPr lang="en-GB"/>
          </a:p>
        </p:txBody>
      </p:sp>
    </p:spTree>
  </p:cSld>
  <p:clrMapOvr>
    <a:masterClrMapping/>
  </p:clrMapOvr>
  <p:transition>
    <p:randomBa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3945274902"/>
      </p:ext>
    </p:extLst>
  </p:cSld>
  <p:clrMapOvr>
    <a:masterClrMapping/>
  </p:clrMapOvr>
  <p:transition>
    <p:randomBa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1097317033"/>
      </p:ext>
    </p:extLst>
  </p:cSld>
  <p:clrMapOvr>
    <a:masterClrMapping/>
  </p:clrMapOvr>
  <p:transition>
    <p:randomBa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3462968990"/>
      </p:ext>
    </p:extLst>
  </p:cSld>
  <p:clrMapOvr>
    <a:masterClrMapping/>
  </p:clrMapOvr>
  <p:transition>
    <p:randomBa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2454492786"/>
      </p:ext>
    </p:extLst>
  </p:cSld>
  <p:clrMapOvr>
    <a:masterClrMapping/>
  </p:clrMapOvr>
  <p:transition>
    <p:randomBa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1430328348"/>
      </p:ext>
    </p:extLst>
  </p:cSld>
  <p:clrMapOvr>
    <a:masterClrMapping/>
  </p:clrMapOvr>
  <p:transition>
    <p:randomBa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3071804031"/>
      </p:ext>
    </p:extLst>
  </p:cSld>
  <p:clrMapOvr>
    <a:masterClrMapping/>
  </p:clrMapOvr>
  <p:transition>
    <p:randomBa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1161976840"/>
      </p:ext>
    </p:extLst>
  </p:cSld>
  <p:clrMapOvr>
    <a:masterClrMapping/>
  </p:clrMapOvr>
  <p:transition>
    <p:randomBa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2013323627"/>
      </p:ext>
    </p:extLst>
  </p:cSld>
  <p:clrMapOvr>
    <a:masterClrMapping/>
  </p:clrMapOvr>
  <p:transition>
    <p:randomBa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4" descr="UofH wo"/>
          <p:cNvPicPr>
            <a:picLocks noChangeAspect="1" noChangeArrowheads="1"/>
          </p:cNvPicPr>
          <p:nvPr/>
        </p:nvPicPr>
        <p:blipFill>
          <a:blip r:embed="rId2" cstate="print"/>
          <a:srcRect/>
          <a:stretch>
            <a:fillRect/>
          </a:stretch>
        </p:blipFill>
        <p:spPr bwMode="auto">
          <a:xfrm>
            <a:off x="7197725" y="358775"/>
            <a:ext cx="1485900" cy="823913"/>
          </a:xfrm>
          <a:prstGeom prst="rect">
            <a:avLst/>
          </a:prstGeom>
          <a:noFill/>
          <a:ln w="9525">
            <a:noFill/>
            <a:miter lim="800000"/>
            <a:headEnd/>
            <a:tailEnd/>
          </a:ln>
        </p:spPr>
      </p:pic>
      <p:sp>
        <p:nvSpPr>
          <p:cNvPr id="115714" name="Rectangle 2"/>
          <p:cNvSpPr>
            <a:spLocks noGrp="1" noChangeArrowheads="1"/>
          </p:cNvSpPr>
          <p:nvPr>
            <p:ph type="ctrTitle"/>
          </p:nvPr>
        </p:nvSpPr>
        <p:spPr>
          <a:xfrm>
            <a:off x="179388" y="260350"/>
            <a:ext cx="7772400" cy="900113"/>
          </a:xfrm>
        </p:spPr>
        <p:txBody>
          <a:bodyPr/>
          <a:lstStyle>
            <a:lvl1pPr algn="l">
              <a:defRPr sz="3100">
                <a:solidFill>
                  <a:schemeClr val="bg1"/>
                </a:solidFill>
              </a:defRPr>
            </a:lvl1pPr>
          </a:lstStyle>
          <a:p>
            <a:r>
              <a:rPr lang="en-GB"/>
              <a:t>Click to edit Master title style</a:t>
            </a:r>
          </a:p>
        </p:txBody>
      </p:sp>
      <p:sp>
        <p:nvSpPr>
          <p:cNvPr id="115715" name="Rectangle 3"/>
          <p:cNvSpPr>
            <a:spLocks noGrp="1" noChangeArrowheads="1"/>
          </p:cNvSpPr>
          <p:nvPr>
            <p:ph type="subTitle" sz="quarter" idx="1"/>
          </p:nvPr>
        </p:nvSpPr>
        <p:spPr>
          <a:xfrm>
            <a:off x="1371600" y="3886200"/>
            <a:ext cx="6400800" cy="1752600"/>
          </a:xfrm>
        </p:spPr>
        <p:txBody>
          <a:bodyPr/>
          <a:lstStyle>
            <a:lvl1pPr marL="0" indent="0">
              <a:buFontTx/>
              <a:buNone/>
              <a:defRPr sz="1600"/>
            </a:lvl1pPr>
          </a:lstStyle>
          <a:p>
            <a:r>
              <a:rPr lang="en-GB"/>
              <a:t>Click to edit Master subtitle style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E265B9D6-BBD4-457D-9FBC-7A9CA53EFAC8}" type="slidenum">
              <a:rPr lang="en-GB"/>
              <a:pPr>
                <a:defRPr/>
              </a:pPr>
              <a:t>‹#›</a:t>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0EB0145E-77CF-4946-88E5-01CECE35FBE1}" type="slidenum">
              <a:rPr lang="en-GB"/>
              <a:pPr>
                <a:defRPr/>
              </a:pPr>
              <a:t>‹#›</a:t>
            </a:fld>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99C4BF46-9C14-48E8-BF9B-8176569D7EC7}" type="slidenum">
              <a:rPr lang="en-GB"/>
              <a:pPr>
                <a:defRPr/>
              </a:pPr>
              <a:t>‹#›</a:t>
            </a:fld>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0784AE6E-A734-4D86-BD92-8A34F28370D3}" type="slidenum">
              <a:rPr lang="en-GB"/>
              <a:pPr>
                <a:defRPr/>
              </a:pPr>
              <a:t>‹#›</a:t>
            </a:fld>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9E7BA937-150C-4F15-BD5C-960103A0163C}" type="slidenum">
              <a:rPr lang="en-GB"/>
              <a:pPr>
                <a:defRPr/>
              </a:pPr>
              <a:t>‹#›</a:t>
            </a:fld>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766487CE-6E3E-4747-8BF4-D1C66DD8710E}" type="slidenum">
              <a:rPr lang="en-GB"/>
              <a:pPr>
                <a:defRPr/>
              </a:pPr>
              <a:t>‹#›</a:t>
            </a:fld>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0C40740F-F252-4F5A-994C-1C885B1E9027}" type="slidenum">
              <a:rPr lang="en-GB"/>
              <a:pPr>
                <a:defRPr/>
              </a:pPr>
              <a:t>‹#›</a:t>
            </a:fld>
            <a:endParaRPr lang="en-GB"/>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BF87C649-A3EE-4FE5-888F-19EA2BB0589A}" type="slidenum">
              <a:rPr lang="en-GB"/>
              <a:pPr>
                <a:defRPr/>
              </a:pPr>
              <a:t>‹#›</a:t>
            </a:fld>
            <a:endParaRPr lang="en-GB"/>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7130A46-2247-4CF6-9A48-41E4C83DC69C}" type="slidenum">
              <a:rPr lang="en-GB"/>
              <a:pPr>
                <a:defRPr/>
              </a:pPr>
              <a:t>‹#›</a:t>
            </a:fld>
            <a:endParaRPr lang="en-GB"/>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E136584-6E75-487C-A9E6-1BA92C460911}" type="slidenum">
              <a:rPr lang="en-GB"/>
              <a:pPr>
                <a:defRPr/>
              </a:pPr>
              <a:t>‹#›</a:t>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927047197"/>
      </p:ext>
    </p:extLst>
  </p:cSld>
  <p:clrMapOvr>
    <a:masterClrMapping/>
  </p:clrMapOvr>
  <p:transition>
    <p:randomBa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2222569092"/>
      </p:ext>
    </p:extLst>
  </p:cSld>
  <p:clrMapOvr>
    <a:masterClrMapping/>
  </p:clrMapOvr>
  <p:transition>
    <p:randomBa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3592932667"/>
      </p:ext>
    </p:extLst>
  </p:cSld>
  <p:clrMapOvr>
    <a:masterClrMapping/>
  </p:clrMapOvr>
  <p:transition>
    <p:randomBa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4266866679"/>
      </p:ext>
    </p:extLst>
  </p:cSld>
  <p:clrMapOvr>
    <a:masterClrMapping/>
  </p:clrMapOvr>
  <p:transition>
    <p:randomBa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1229232875"/>
      </p:ext>
    </p:extLst>
  </p:cSld>
  <p:clrMapOvr>
    <a:masterClrMapping/>
  </p:clrMapOvr>
  <p:transition>
    <p:randomBa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3761267788"/>
      </p:ext>
    </p:extLst>
  </p:cSld>
  <p:clrMapOvr>
    <a:masterClrMapping/>
  </p:clrMapOvr>
  <p:transition>
    <p:randomBa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3496362781"/>
      </p:ext>
    </p:extLst>
  </p:cSld>
  <p:clrMapOvr>
    <a:masterClrMapping/>
  </p:clrMapOvr>
  <p:transition>
    <p:randomBa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388793896"/>
      </p:ext>
    </p:extLst>
  </p:cSld>
  <p:clrMapOvr>
    <a:masterClrMapping/>
  </p:clrMapOvr>
  <p:transition>
    <p:randomBa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4" descr="UofH wo"/>
          <p:cNvPicPr>
            <a:picLocks noChangeAspect="1" noChangeArrowheads="1"/>
          </p:cNvPicPr>
          <p:nvPr/>
        </p:nvPicPr>
        <p:blipFill>
          <a:blip r:embed="rId2" cstate="print"/>
          <a:srcRect/>
          <a:stretch>
            <a:fillRect/>
          </a:stretch>
        </p:blipFill>
        <p:spPr bwMode="auto">
          <a:xfrm>
            <a:off x="7197725" y="358775"/>
            <a:ext cx="1485900" cy="823913"/>
          </a:xfrm>
          <a:prstGeom prst="rect">
            <a:avLst/>
          </a:prstGeom>
          <a:noFill/>
          <a:ln w="9525">
            <a:noFill/>
            <a:miter lim="800000"/>
            <a:headEnd/>
            <a:tailEnd/>
          </a:ln>
        </p:spPr>
      </p:pic>
      <p:sp>
        <p:nvSpPr>
          <p:cNvPr id="117762" name="Rectangle 2"/>
          <p:cNvSpPr>
            <a:spLocks noGrp="1" noChangeArrowheads="1"/>
          </p:cNvSpPr>
          <p:nvPr>
            <p:ph type="ctrTitle"/>
          </p:nvPr>
        </p:nvSpPr>
        <p:spPr>
          <a:xfrm>
            <a:off x="179388" y="260350"/>
            <a:ext cx="7772400" cy="900113"/>
          </a:xfrm>
        </p:spPr>
        <p:txBody>
          <a:bodyPr/>
          <a:lstStyle>
            <a:lvl1pPr algn="l">
              <a:defRPr sz="3100">
                <a:solidFill>
                  <a:schemeClr val="bg1"/>
                </a:solidFill>
              </a:defRPr>
            </a:lvl1pPr>
          </a:lstStyle>
          <a:p>
            <a:r>
              <a:rPr lang="en-GB"/>
              <a:t>Click to edit Master title style</a:t>
            </a:r>
          </a:p>
        </p:txBody>
      </p:sp>
      <p:sp>
        <p:nvSpPr>
          <p:cNvPr id="117763" name="Rectangle 3"/>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GB"/>
              <a:t>Click to edit Master subtitle style</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06ABA90-D14F-4859-9EAE-13A8873EBA73}" type="slidenum">
              <a:rPr lang="en-GB"/>
              <a:pPr>
                <a:defRPr/>
              </a:pPr>
              <a:t>‹#›</a:t>
            </a:fld>
            <a:endParaRPr lang="en-GB"/>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6C1CCEE-4C60-402B-9025-5EC890456ED4}" type="slidenum">
              <a:rPr lang="en-GB"/>
              <a:pPr>
                <a:defRPr/>
              </a:pPr>
              <a:t>‹#›</a:t>
            </a:fld>
            <a:endParaRPr 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C3C5AB4-D028-4DB7-BEE9-D2BD7758DA5C}" type="slidenum">
              <a:rPr lang="en-GB"/>
              <a:pPr>
                <a:defRPr/>
              </a:pPr>
              <a:t>‹#›</a:t>
            </a:fld>
            <a:endParaRPr lang="en-GB"/>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E93C0A26-8D63-4B53-A5FA-46DB3D67ECB4}" type="slidenum">
              <a:rPr lang="en-GB"/>
              <a:pPr>
                <a:defRPr/>
              </a:pPr>
              <a:t>‹#›</a:t>
            </a:fld>
            <a:endParaRPr lang="en-GB"/>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989D439-269B-4308-9CBC-5131ACC36647}" type="slidenum">
              <a:rPr lang="en-GB"/>
              <a:pPr>
                <a:defRPr/>
              </a:pPr>
              <a:t>‹#›</a:t>
            </a:fld>
            <a:endParaRPr lang="en-GB"/>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62DCE7FB-F987-429D-A7CD-A469D8EDAF9E}" type="slidenum">
              <a:rPr lang="en-GB"/>
              <a:pPr>
                <a:defRPr/>
              </a:pPr>
              <a:t>‹#›</a:t>
            </a:fld>
            <a:endParaRPr lang="en-GB"/>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6A28D40D-663F-4626-BCC8-0C4A919A54E0}" type="slidenum">
              <a:rPr lang="en-GB"/>
              <a:pPr>
                <a:defRPr/>
              </a:pPr>
              <a:t>‹#›</a:t>
            </a:fld>
            <a:endParaRPr lang="en-GB"/>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B0B9E09-4B40-41C5-AA6C-95DFC378E310}" type="slidenum">
              <a:rPr lang="en-GB"/>
              <a:pPr>
                <a:defRPr/>
              </a:pPr>
              <a:t>‹#›</a:t>
            </a:fld>
            <a:endParaRPr lang="en-GB"/>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1CB329DE-E7A4-47CE-8AF8-FB56FDDA830D}" type="slidenum">
              <a:rPr lang="en-GB"/>
              <a:pPr>
                <a:defRPr/>
              </a:pPr>
              <a:t>‹#›</a:t>
            </a:fld>
            <a:endParaRPr lang="en-GB"/>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527028D-192E-4F12-89FE-F43887516ABF}" type="slidenum">
              <a:rPr lang="en-GB"/>
              <a:pPr>
                <a:defRPr/>
              </a:pPr>
              <a:t>‹#›</a:t>
            </a:fld>
            <a:endParaRPr lang="en-GB"/>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4" descr="UofH wo"/>
          <p:cNvPicPr>
            <a:picLocks noChangeAspect="1" noChangeArrowheads="1"/>
          </p:cNvPicPr>
          <p:nvPr/>
        </p:nvPicPr>
        <p:blipFill>
          <a:blip r:embed="rId2" cstate="print"/>
          <a:srcRect/>
          <a:stretch>
            <a:fillRect/>
          </a:stretch>
        </p:blipFill>
        <p:spPr bwMode="auto">
          <a:xfrm>
            <a:off x="7197725" y="358775"/>
            <a:ext cx="1485900" cy="823913"/>
          </a:xfrm>
          <a:prstGeom prst="rect">
            <a:avLst/>
          </a:prstGeom>
          <a:noFill/>
          <a:ln w="9525">
            <a:noFill/>
            <a:miter lim="800000"/>
            <a:headEnd/>
            <a:tailEnd/>
          </a:ln>
        </p:spPr>
      </p:pic>
      <p:sp>
        <p:nvSpPr>
          <p:cNvPr id="119810" name="Rectangle 2"/>
          <p:cNvSpPr>
            <a:spLocks noGrp="1" noChangeArrowheads="1"/>
          </p:cNvSpPr>
          <p:nvPr>
            <p:ph type="ctrTitle" sz="quarter"/>
          </p:nvPr>
        </p:nvSpPr>
        <p:spPr>
          <a:xfrm>
            <a:off x="179388" y="258763"/>
            <a:ext cx="7772400" cy="900112"/>
          </a:xfrm>
        </p:spPr>
        <p:txBody>
          <a:bodyPr/>
          <a:lstStyle>
            <a:lvl1pPr algn="l">
              <a:defRPr sz="3100">
                <a:solidFill>
                  <a:schemeClr val="bg1"/>
                </a:solidFill>
              </a:defRPr>
            </a:lvl1pPr>
          </a:lstStyle>
          <a:p>
            <a:r>
              <a:rPr lang="en-GB"/>
              <a:t>Click to edit Master title style</a:t>
            </a:r>
          </a:p>
        </p:txBody>
      </p:sp>
      <p:sp>
        <p:nvSpPr>
          <p:cNvPr id="119811" name="Rectangle 3"/>
          <p:cNvSpPr>
            <a:spLocks noGrp="1" noChangeArrowheads="1"/>
          </p:cNvSpPr>
          <p:nvPr>
            <p:ph type="subTitle" sz="quarter" idx="1"/>
          </p:nvPr>
        </p:nvSpPr>
        <p:spPr>
          <a:xfrm>
            <a:off x="1371600" y="3886200"/>
            <a:ext cx="6400800" cy="1752600"/>
          </a:xfrm>
        </p:spPr>
        <p:txBody>
          <a:bodyPr/>
          <a:lstStyle>
            <a:lvl1pPr marL="0" indent="0" algn="ctr">
              <a:buFontTx/>
              <a:buNone/>
              <a:defRPr/>
            </a:lvl1pPr>
          </a:lstStyle>
          <a:p>
            <a:r>
              <a:rPr lang="en-GB"/>
              <a:t>Click to edit Master subtitle style</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2"/>
          <p:cNvSpPr>
            <a:spLocks noGrp="1" noChangeArrowheads="1"/>
          </p:cNvSpPr>
          <p:nvPr>
            <p:ph type="sldNum" sz="quarter" idx="10"/>
          </p:nvPr>
        </p:nvSpPr>
        <p:spPr>
          <a:ln/>
        </p:spPr>
        <p:txBody>
          <a:bodyPr/>
          <a:lstStyle>
            <a:lvl1pPr>
              <a:defRPr/>
            </a:lvl1pPr>
          </a:lstStyle>
          <a:p>
            <a:pPr>
              <a:defRPr/>
            </a:pPr>
            <a:fld id="{B16EA669-EBB9-4766-AEED-42F849C8E347}" type="slidenum">
              <a:rPr lang="en-GB"/>
              <a:pPr>
                <a:defRPr/>
              </a:pPr>
              <a:t>‹#›</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dt" sz="half" idx="12"/>
          </p:nvPr>
        </p:nvSpPr>
        <p:spPr>
          <a:ln/>
        </p:spPr>
        <p:txBody>
          <a:bodyPr/>
          <a:lstStyle>
            <a:lvl1pPr>
              <a:defRPr/>
            </a:lvl1pPr>
          </a:lstStyle>
          <a:p>
            <a:pPr>
              <a:defRPr/>
            </a:pPr>
            <a:endParaRPr lang="en-GB"/>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2"/>
          <p:cNvSpPr>
            <a:spLocks noGrp="1" noChangeArrowheads="1"/>
          </p:cNvSpPr>
          <p:nvPr>
            <p:ph type="sldNum" sz="quarter" idx="10"/>
          </p:nvPr>
        </p:nvSpPr>
        <p:spPr>
          <a:ln/>
        </p:spPr>
        <p:txBody>
          <a:bodyPr/>
          <a:lstStyle>
            <a:lvl1pPr>
              <a:defRPr/>
            </a:lvl1pPr>
          </a:lstStyle>
          <a:p>
            <a:pPr>
              <a:defRPr/>
            </a:pPr>
            <a:fld id="{3D06B24A-777C-47FF-B635-A3C6BCD7BE32}" type="slidenum">
              <a:rPr lang="en-GB"/>
              <a:pPr>
                <a:defRPr/>
              </a:pPr>
              <a:t>‹#›</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dt" sz="half" idx="12"/>
          </p:nvPr>
        </p:nvSpPr>
        <p:spPr>
          <a:ln/>
        </p:spPr>
        <p:txBody>
          <a:bodyPr/>
          <a:lstStyle>
            <a:lvl1pPr>
              <a:defRPr/>
            </a:lvl1pPr>
          </a:lstStyle>
          <a:p>
            <a:pPr>
              <a:defRPr/>
            </a:pPr>
            <a:endParaRPr lang="en-GB"/>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2"/>
          <p:cNvSpPr>
            <a:spLocks noGrp="1" noChangeArrowheads="1"/>
          </p:cNvSpPr>
          <p:nvPr>
            <p:ph type="sldNum" sz="quarter" idx="10"/>
          </p:nvPr>
        </p:nvSpPr>
        <p:spPr>
          <a:ln/>
        </p:spPr>
        <p:txBody>
          <a:bodyPr/>
          <a:lstStyle>
            <a:lvl1pPr>
              <a:defRPr/>
            </a:lvl1pPr>
          </a:lstStyle>
          <a:p>
            <a:pPr>
              <a:defRPr/>
            </a:pPr>
            <a:fld id="{46E8A265-8DA0-4200-87AB-3347E212A512}" type="slidenum">
              <a:rPr lang="en-GB"/>
              <a:pPr>
                <a:defRPr/>
              </a:pPr>
              <a:t>‹#›</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dt" sz="half" idx="12"/>
          </p:nvPr>
        </p:nvSpPr>
        <p:spPr>
          <a:ln/>
        </p:spPr>
        <p:txBody>
          <a:bodyPr/>
          <a:lstStyle>
            <a:lvl1pPr>
              <a:defRPr/>
            </a:lvl1pPr>
          </a:lstStyle>
          <a:p>
            <a:pPr>
              <a:defRPr/>
            </a:pPr>
            <a:endParaRPr lang="en-GB"/>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2"/>
          <p:cNvSpPr>
            <a:spLocks noGrp="1" noChangeArrowheads="1"/>
          </p:cNvSpPr>
          <p:nvPr>
            <p:ph type="sldNum" sz="quarter" idx="10"/>
          </p:nvPr>
        </p:nvSpPr>
        <p:spPr>
          <a:ln/>
        </p:spPr>
        <p:txBody>
          <a:bodyPr/>
          <a:lstStyle>
            <a:lvl1pPr>
              <a:defRPr/>
            </a:lvl1pPr>
          </a:lstStyle>
          <a:p>
            <a:pPr>
              <a:defRPr/>
            </a:pPr>
            <a:fld id="{E92A01EA-0C2A-443C-8B55-E61EBBFB2C90}" type="slidenum">
              <a:rPr lang="en-GB"/>
              <a:pPr>
                <a:defRPr/>
              </a:pPr>
              <a:t>‹#›</a:t>
            </a:fld>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dt" sz="half" idx="12"/>
          </p:nvPr>
        </p:nvSpPr>
        <p:spPr>
          <a:ln/>
        </p:spPr>
        <p:txBody>
          <a:bodyPr/>
          <a:lstStyle>
            <a:lvl1pPr>
              <a:defRPr/>
            </a:lvl1pPr>
          </a:lstStyle>
          <a:p>
            <a:pPr>
              <a:defRPr/>
            </a:pPr>
            <a:endParaRPr lang="en-GB"/>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2"/>
          <p:cNvSpPr>
            <a:spLocks noGrp="1" noChangeArrowheads="1"/>
          </p:cNvSpPr>
          <p:nvPr>
            <p:ph type="sldNum" sz="quarter" idx="10"/>
          </p:nvPr>
        </p:nvSpPr>
        <p:spPr>
          <a:ln/>
        </p:spPr>
        <p:txBody>
          <a:bodyPr/>
          <a:lstStyle>
            <a:lvl1pPr>
              <a:defRPr/>
            </a:lvl1pPr>
          </a:lstStyle>
          <a:p>
            <a:pPr>
              <a:defRPr/>
            </a:pPr>
            <a:fld id="{80B8A707-D69E-421F-8A42-4CC49EBD8A45}" type="slidenum">
              <a:rPr lang="en-GB"/>
              <a:pPr>
                <a:defRPr/>
              </a:pPr>
              <a:t>‹#›</a:t>
            </a:fld>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dt" sz="half" idx="12"/>
          </p:nvPr>
        </p:nvSpPr>
        <p:spPr>
          <a:ln/>
        </p:spPr>
        <p:txBody>
          <a:bodyPr/>
          <a:lstStyle>
            <a:lvl1pPr>
              <a:defRPr/>
            </a:lvl1pPr>
          </a:lstStyle>
          <a:p>
            <a:pPr>
              <a:defRPr/>
            </a:pPr>
            <a:endParaRPr lang="en-GB"/>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2"/>
          <p:cNvSpPr>
            <a:spLocks noGrp="1" noChangeArrowheads="1"/>
          </p:cNvSpPr>
          <p:nvPr>
            <p:ph type="sldNum" sz="quarter" idx="10"/>
          </p:nvPr>
        </p:nvSpPr>
        <p:spPr>
          <a:ln/>
        </p:spPr>
        <p:txBody>
          <a:bodyPr/>
          <a:lstStyle>
            <a:lvl1pPr>
              <a:defRPr/>
            </a:lvl1pPr>
          </a:lstStyle>
          <a:p>
            <a:pPr>
              <a:defRPr/>
            </a:pPr>
            <a:fld id="{97999A6E-B08B-4A89-BD34-C97EB8C79A71}" type="slidenum">
              <a:rPr lang="en-GB"/>
              <a:pPr>
                <a:defRPr/>
              </a:pPr>
              <a:t>‹#›</a:t>
            </a:fld>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dt" sz="half" idx="12"/>
          </p:nvPr>
        </p:nvSpPr>
        <p:spPr>
          <a:ln/>
        </p:spPr>
        <p:txBody>
          <a:bodyPr/>
          <a:lstStyle>
            <a:lvl1pPr>
              <a:defRPr/>
            </a:lvl1pPr>
          </a:lstStyle>
          <a:p>
            <a:pPr>
              <a:defRPr/>
            </a:pPr>
            <a:endParaRPr lang="en-GB"/>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sldNum" sz="quarter" idx="10"/>
          </p:nvPr>
        </p:nvSpPr>
        <p:spPr>
          <a:ln/>
        </p:spPr>
        <p:txBody>
          <a:bodyPr/>
          <a:lstStyle>
            <a:lvl1pPr>
              <a:defRPr/>
            </a:lvl1pPr>
          </a:lstStyle>
          <a:p>
            <a:pPr>
              <a:defRPr/>
            </a:pPr>
            <a:fld id="{97CB5A85-2DC0-4D55-835B-FA3D2D744236}" type="slidenum">
              <a:rPr lang="en-GB"/>
              <a:pPr>
                <a:defRPr/>
              </a:pPr>
              <a:t>‹#›</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dt" sz="half" idx="12"/>
          </p:nvPr>
        </p:nvSpPr>
        <p:spPr>
          <a:ln/>
        </p:spPr>
        <p:txBody>
          <a:bodyPr/>
          <a:lstStyle>
            <a:lvl1pPr>
              <a:defRPr/>
            </a:lvl1pPr>
          </a:lstStyle>
          <a:p>
            <a:pPr>
              <a:defRPr/>
            </a:pPr>
            <a:endParaRPr lang="en-GB"/>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2"/>
          <p:cNvSpPr>
            <a:spLocks noGrp="1" noChangeArrowheads="1"/>
          </p:cNvSpPr>
          <p:nvPr>
            <p:ph type="sldNum" sz="quarter" idx="10"/>
          </p:nvPr>
        </p:nvSpPr>
        <p:spPr>
          <a:ln/>
        </p:spPr>
        <p:txBody>
          <a:bodyPr/>
          <a:lstStyle>
            <a:lvl1pPr>
              <a:defRPr/>
            </a:lvl1pPr>
          </a:lstStyle>
          <a:p>
            <a:pPr>
              <a:defRPr/>
            </a:pPr>
            <a:fld id="{88B36814-CFE7-42D5-B61D-451A6142E937}" type="slidenum">
              <a:rPr lang="en-GB"/>
              <a:pPr>
                <a:defRPr/>
              </a:pPr>
              <a:t>‹#›</a:t>
            </a:fld>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dt" sz="half" idx="12"/>
          </p:nvPr>
        </p:nvSpPr>
        <p:spPr>
          <a:ln/>
        </p:spPr>
        <p:txBody>
          <a:bodyPr/>
          <a:lstStyle>
            <a:lvl1pPr>
              <a:defRPr/>
            </a:lvl1pPr>
          </a:lstStyle>
          <a:p>
            <a:pPr>
              <a:defRPr/>
            </a:pPr>
            <a:endParaRPr lang="en-GB"/>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2"/>
          <p:cNvSpPr>
            <a:spLocks noGrp="1" noChangeArrowheads="1"/>
          </p:cNvSpPr>
          <p:nvPr>
            <p:ph type="sldNum" sz="quarter" idx="10"/>
          </p:nvPr>
        </p:nvSpPr>
        <p:spPr>
          <a:ln/>
        </p:spPr>
        <p:txBody>
          <a:bodyPr/>
          <a:lstStyle>
            <a:lvl1pPr>
              <a:defRPr/>
            </a:lvl1pPr>
          </a:lstStyle>
          <a:p>
            <a:pPr>
              <a:defRPr/>
            </a:pPr>
            <a:fld id="{87892D52-CACD-4EEA-A428-377D62BA38CB}" type="slidenum">
              <a:rPr lang="en-GB"/>
              <a:pPr>
                <a:defRPr/>
              </a:pPr>
              <a:t>‹#›</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dt" sz="half" idx="12"/>
          </p:nvPr>
        </p:nvSpPr>
        <p:spPr>
          <a:ln/>
        </p:spPr>
        <p:txBody>
          <a:bodyPr/>
          <a:lstStyle>
            <a:lvl1pPr>
              <a:defRPr/>
            </a:lvl1pPr>
          </a:lstStyle>
          <a:p>
            <a:pPr>
              <a:defRPr/>
            </a:pPr>
            <a:endParaRPr lang="en-GB"/>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2"/>
          <p:cNvSpPr>
            <a:spLocks noGrp="1" noChangeArrowheads="1"/>
          </p:cNvSpPr>
          <p:nvPr>
            <p:ph type="sldNum" sz="quarter" idx="10"/>
          </p:nvPr>
        </p:nvSpPr>
        <p:spPr>
          <a:ln/>
        </p:spPr>
        <p:txBody>
          <a:bodyPr/>
          <a:lstStyle>
            <a:lvl1pPr>
              <a:defRPr/>
            </a:lvl1pPr>
          </a:lstStyle>
          <a:p>
            <a:pPr>
              <a:defRPr/>
            </a:pPr>
            <a:fld id="{071623FF-B238-4283-9214-C54C5E61218C}" type="slidenum">
              <a:rPr lang="en-GB"/>
              <a:pPr>
                <a:defRPr/>
              </a:pPr>
              <a:t>‹#›</a:t>
            </a:fld>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dt" sz="half" idx="12"/>
          </p:nvPr>
        </p:nvSpPr>
        <p:spPr>
          <a:ln/>
        </p:spPr>
        <p:txBody>
          <a:bodyPr/>
          <a:lstStyle>
            <a:lvl1pPr>
              <a:defRPr/>
            </a:lvl1pPr>
          </a:lstStyle>
          <a:p>
            <a:pPr>
              <a:defRPr/>
            </a:pPr>
            <a:endParaRPr lang="en-GB"/>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6AEE401-AE71-4754-A6BE-A2314117921B}" type="slidenum">
              <a:rPr lang="en-GB"/>
              <a:pPr>
                <a:defRPr/>
              </a:pPr>
              <a:t>‹#›</a:t>
            </a:fld>
            <a:endParaRPr lang="en-GB"/>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7942B3CC-5CE3-4A1D-9E0A-4468C831210B}" type="slidenum">
              <a:rPr lang="en-GB"/>
              <a:pPr>
                <a:defRPr/>
              </a:pPr>
              <a:t>‹#›</a:t>
            </a:fld>
            <a:endParaRPr lang="en-GB"/>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539D80A3-59E5-4F4B-8615-2423D5967FD0}" type="slidenum">
              <a:rPr lang="en-GB"/>
              <a:pPr>
                <a:defRPr/>
              </a:pPr>
              <a:t>‹#›</a:t>
            </a:fld>
            <a:endParaRPr lang="en-GB"/>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12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03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6753C98-74B9-4896-9452-7085BC84A165}" type="slidenum">
              <a:rPr lang="en-GB"/>
              <a:pPr>
                <a:defRPr/>
              </a:pPr>
              <a:t>‹#›</a:t>
            </a:fld>
            <a:endParaRPr lang="en-GB"/>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A47DC9F2-7FAD-4CE2-8BEA-2ED22D5FA3E9}" type="slidenum">
              <a:rPr lang="en-GB"/>
              <a:pPr>
                <a:defRPr/>
              </a:pPr>
              <a:t>‹#›</a:t>
            </a:fld>
            <a:endParaRPr lang="en-GB"/>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04AD895-9FEF-4BB1-A34D-F15981EF9FE2}" type="slidenum">
              <a:rPr lang="en-GB"/>
              <a:pPr>
                <a:defRPr/>
              </a:pPr>
              <a:t>‹#›</a:t>
            </a:fld>
            <a:endParaRPr lang="en-GB"/>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8BF6DA71-2A05-44CC-B20C-4FB3CAEE02BD}" type="slidenum">
              <a:rPr lang="en-GB"/>
              <a:pPr>
                <a:defRPr/>
              </a:pPr>
              <a:t>‹#›</a:t>
            </a:fld>
            <a:endParaRPr lang="en-GB"/>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6728DC6B-B387-40D6-89BB-0375E28F66DC}" type="slidenum">
              <a:rPr lang="en-GB"/>
              <a:pPr>
                <a:defRPr/>
              </a:pPr>
              <a:t>‹#›</a:t>
            </a:fld>
            <a:endParaRPr lang="en-GB"/>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DC78EAC-10BB-47FA-9172-56EF4BC01123}" type="slidenum">
              <a:rPr lang="en-GB"/>
              <a:pPr>
                <a:defRPr/>
              </a:pPr>
              <a:t>‹#›</a:t>
            </a:fld>
            <a:endParaRPr lang="en-GB"/>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E2219589-A364-4238-B269-9AA5BE2B9495}" type="slidenum">
              <a:rPr lang="en-GB"/>
              <a:pPr>
                <a:defRPr/>
              </a:pPr>
              <a:t>‹#›</a:t>
            </a:fld>
            <a:endParaRPr lang="en-GB"/>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1775" y="258763"/>
            <a:ext cx="2060575" cy="554513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95288" y="258763"/>
            <a:ext cx="6034087" cy="5545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C0409E4-5BF0-4C39-B853-A927106D6D72}" type="slidenum">
              <a:rPr lang="en-GB"/>
              <a:pPr>
                <a:defRPr/>
              </a:pPr>
              <a:t>‹#›</a:t>
            </a:fld>
            <a:endParaRPr lang="en-GB"/>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150938" y="214313"/>
            <a:ext cx="7804150" cy="591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Date Placeholder 2"/>
          <p:cNvSpPr>
            <a:spLocks noGrp="1"/>
          </p:cNvSpPr>
          <p:nvPr>
            <p:ph type="dt" sz="half" idx="10"/>
          </p:nvPr>
        </p:nvSpPr>
        <p:spPr>
          <a:xfrm>
            <a:off x="1162050" y="6243638"/>
            <a:ext cx="1905000" cy="457200"/>
          </a:xfrm>
        </p:spPr>
        <p:txBody>
          <a:bodyPr/>
          <a:lstStyle>
            <a:lvl1pPr>
              <a:defRPr/>
            </a:lvl1pPr>
          </a:lstStyle>
          <a:p>
            <a:endParaRPr lang="en-GB"/>
          </a:p>
        </p:txBody>
      </p:sp>
      <p:sp>
        <p:nvSpPr>
          <p:cNvPr id="4" name="Footer Placeholder 3"/>
          <p:cNvSpPr>
            <a:spLocks noGrp="1"/>
          </p:cNvSpPr>
          <p:nvPr>
            <p:ph type="ftr" sz="quarter" idx="11"/>
          </p:nvPr>
        </p:nvSpPr>
        <p:spPr>
          <a:xfrm>
            <a:off x="3657600" y="6243638"/>
            <a:ext cx="2895600" cy="457200"/>
          </a:xfrm>
        </p:spPr>
        <p:txBody>
          <a:bodyPr/>
          <a:lstStyle>
            <a:lvl1pPr>
              <a:defRPr/>
            </a:lvl1pPr>
          </a:lstStyle>
          <a:p>
            <a:endParaRPr lang="en-GB"/>
          </a:p>
        </p:txBody>
      </p:sp>
      <p:sp>
        <p:nvSpPr>
          <p:cNvPr id="5" name="Slide Number Placeholder 4"/>
          <p:cNvSpPr>
            <a:spLocks noGrp="1"/>
          </p:cNvSpPr>
          <p:nvPr>
            <p:ph type="sldNum" sz="quarter" idx="12"/>
          </p:nvPr>
        </p:nvSpPr>
        <p:spPr>
          <a:xfrm>
            <a:off x="7042150" y="6243638"/>
            <a:ext cx="1905000" cy="457200"/>
          </a:xfrm>
        </p:spPr>
        <p:txBody>
          <a:bodyPr/>
          <a:lstStyle>
            <a:lvl1pPr>
              <a:defRPr/>
            </a:lvl1pPr>
          </a:lstStyle>
          <a:p>
            <a:fld id="{0C16F9B2-83DE-43FE-8FAE-8E8DB6DCE57A}" type="slidenum">
              <a:rPr lang="en-GB"/>
              <a:pPr/>
              <a:t>‹#›</a:t>
            </a:fld>
            <a:endParaRPr lang="en-GB"/>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4E652A1-A3F3-4C16-B9CF-3AB52B040743}" type="slidenum">
              <a:rPr lang="en-GB"/>
              <a:pPr>
                <a:defRPr/>
              </a:pPr>
              <a:t>‹#›</a:t>
            </a:fld>
            <a:endParaRPr lang="en-GB"/>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57D48D0-4FF6-4231-88DD-7A1C77EE2F2E}" type="slidenum">
              <a:rPr lang="en-GB"/>
              <a:pPr>
                <a:defRPr/>
              </a:pPr>
              <a:t>‹#›</a:t>
            </a:fld>
            <a:endParaRPr lang="en-GB"/>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288661E-7400-4E2E-932D-804CCDDFD654}" type="slidenum">
              <a:rPr lang="en-GB"/>
              <a:pPr>
                <a:defRPr/>
              </a:pPr>
              <a:t>‹#›</a:t>
            </a:fld>
            <a:endParaRPr lang="en-GB"/>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12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03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D2DBD74-3AAB-4888-8641-1798857D48C4}" type="slidenum">
              <a:rPr lang="en-GB"/>
              <a:pPr>
                <a:defRPr/>
              </a:pPr>
              <a:t>‹#›</a:t>
            </a:fld>
            <a:endParaRPr lang="en-GB"/>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EF0C3195-5CB7-4124-A9C6-475395472A12}" type="slidenum">
              <a:rPr lang="en-GB"/>
              <a:pPr>
                <a:defRPr/>
              </a:pPr>
              <a:t>‹#›</a:t>
            </a:fld>
            <a:endParaRPr lang="en-GB"/>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184227B3-08F9-41A9-9D2F-D1F755DE4FBB}" type="slidenum">
              <a:rPr lang="en-GB"/>
              <a:pPr>
                <a:defRPr/>
              </a:pPr>
              <a:t>‹#›</a:t>
            </a:fld>
            <a:endParaRPr lang="en-GB"/>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756B398C-C5E5-4C67-8991-C4021569A856}" type="slidenum">
              <a:rPr lang="en-GB"/>
              <a:pPr>
                <a:defRPr/>
              </a:pPr>
              <a:t>‹#›</a:t>
            </a:fld>
            <a:endParaRPr lang="en-GB"/>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7C3D48D-F568-44F8-9D5B-A5FEB2826ACF}" type="slidenum">
              <a:rPr lang="en-GB"/>
              <a:pPr>
                <a:defRPr/>
              </a:pPr>
              <a:t>‹#›</a:t>
            </a:fld>
            <a:endParaRPr lang="en-GB"/>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D0F90C79-EC2F-4A22-84D0-AAF0F21A2152}" type="slidenum">
              <a:rPr lang="en-GB"/>
              <a:pPr>
                <a:defRPr/>
              </a:pPr>
              <a:t>‹#›</a:t>
            </a:fld>
            <a:endParaRPr lang="en-GB"/>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E85BEE18-AC38-4D57-A185-A4D1016F4A0B}" type="slidenum">
              <a:rPr lang="en-GB"/>
              <a:pPr>
                <a:defRPr/>
              </a:pPr>
              <a:t>‹#›</a:t>
            </a:fld>
            <a:endParaRPr lang="en-GB"/>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1775" y="258763"/>
            <a:ext cx="2060575" cy="554513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95288" y="258763"/>
            <a:ext cx="6034087" cy="5545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7D8DD14-0EDC-4549-989E-A56F756F6742}" type="slidenum">
              <a:rPr lang="en-GB"/>
              <a:pPr>
                <a:defRPr/>
              </a:pPr>
              <a:t>‹#›</a:t>
            </a:fld>
            <a:endParaRPr lang="en-GB"/>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6F835F2-A926-4FFD-A3EC-D767C36637C4}" type="slidenum">
              <a:rPr lang="en-GB"/>
              <a:pPr>
                <a:defRPr/>
              </a:pPr>
              <a:t>‹#›</a:t>
            </a:fld>
            <a:endParaRPr lang="en-GB"/>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A2C32A2-C2FD-4C71-9359-38323E1D2CD9}" type="slidenum">
              <a:rPr lang="en-GB"/>
              <a:pPr>
                <a:defRPr/>
              </a:pPr>
              <a:t>‹#›</a:t>
            </a:fld>
            <a:endParaRPr lang="en-GB"/>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15955C2-3318-45DF-84E7-E9D6C77EA79C}" type="slidenum">
              <a:rPr lang="en-GB"/>
              <a:pPr>
                <a:defRPr/>
              </a:pPr>
              <a:t>‹#›</a:t>
            </a:fld>
            <a:endParaRPr lang="en-GB"/>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12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03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763796E4-1839-457D-B252-891A3BC3A8E7}" type="slidenum">
              <a:rPr lang="en-GB"/>
              <a:pPr>
                <a:defRPr/>
              </a:pPr>
              <a:t>‹#›</a:t>
            </a:fld>
            <a:endParaRPr lang="en-GB"/>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2D064DC3-3D3D-46CC-9AA9-AA58157C68F4}" type="slidenum">
              <a:rPr lang="en-GB"/>
              <a:pPr>
                <a:defRPr/>
              </a:pPr>
              <a:t>‹#›</a:t>
            </a:fld>
            <a:endParaRPr lang="en-GB"/>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5CED703D-B1BF-4914-B5BE-4A0E0F1FF202}" type="slidenum">
              <a:rPr lang="en-GB"/>
              <a:pPr>
                <a:defRPr/>
              </a:pPr>
              <a:t>‹#›</a:t>
            </a:fld>
            <a:endParaRPr lang="en-GB"/>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519EF25E-43A7-486F-8CBC-C307AB9A89E2}" type="slidenum">
              <a:rPr lang="en-GB"/>
              <a:pPr>
                <a:defRPr/>
              </a:pPr>
              <a:t>‹#›</a:t>
            </a:fld>
            <a:endParaRPr lang="en-GB"/>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A98AA98D-4F28-4B39-8075-7C084372A5E2}" type="slidenum">
              <a:rPr lang="en-GB"/>
              <a:pPr>
                <a:defRPr/>
              </a:pPr>
              <a:t>‹#›</a:t>
            </a:fld>
            <a:endParaRPr lang="en-GB"/>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4B5C42F5-4240-4262-9212-76252EEC8FB4}" type="slidenum">
              <a:rPr lang="en-GB"/>
              <a:pPr>
                <a:defRPr/>
              </a:pPr>
              <a:t>‹#›</a:t>
            </a:fld>
            <a:endParaRPr lang="en-GB"/>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12B44FCA-C0A2-4B1D-B833-91C2AA34C65F}" type="slidenum">
              <a:rPr lang="en-GB"/>
              <a:pPr>
                <a:defRPr/>
              </a:pPr>
              <a:t>‹#›</a:t>
            </a:fld>
            <a:endParaRPr lang="en-GB"/>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1775" y="258763"/>
            <a:ext cx="2060575" cy="554513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95288" y="258763"/>
            <a:ext cx="6034087" cy="5545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B716A94-775B-492F-BE6C-8DF37B6183E6}" type="slidenum">
              <a:rPr lang="en-GB"/>
              <a:pPr>
                <a:defRPr/>
              </a:pPr>
              <a:t>‹#›</a:t>
            </a:fld>
            <a:endParaRPr lang="en-GB"/>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7EE8B0C-379B-4B96-AF21-52DEC7B95E49}" type="slidenum">
              <a:rPr lang="en-GB"/>
              <a:pPr>
                <a:defRPr/>
              </a:pPr>
              <a:t>‹#›</a:t>
            </a:fld>
            <a:endParaRPr lang="en-GB"/>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4DD6C366-2A28-4F63-AA6F-D5CA29C9A0C5}" type="slidenum">
              <a:rPr lang="en-GB"/>
              <a:pPr>
                <a:defRPr/>
              </a:pPr>
              <a:t>‹#›</a:t>
            </a:fld>
            <a:endParaRPr lang="en-GB"/>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B3EB486D-1913-4FDA-A855-A7B3900EE6B6}" type="slidenum">
              <a:rPr lang="en-GB"/>
              <a:pPr>
                <a:defRPr/>
              </a:pPr>
              <a:t>‹#›</a:t>
            </a:fld>
            <a:endParaRPr lang="en-GB"/>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12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03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38BCA48B-514A-4860-8DC2-93D5E8B51F92}" type="slidenum">
              <a:rPr lang="en-GB"/>
              <a:pPr>
                <a:defRPr/>
              </a:pPr>
              <a:t>‹#›</a:t>
            </a:fld>
            <a:endParaRPr lang="en-GB"/>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049487A7-A844-4804-9633-A7602B7E5E24}" type="slidenum">
              <a:rPr lang="en-GB"/>
              <a:pPr>
                <a:defRPr/>
              </a:pPr>
              <a:t>‹#›</a:t>
            </a:fld>
            <a:endParaRPr lang="en-GB"/>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E1E11690-4695-4394-8BDF-E060AFE70E4D}" type="slidenum">
              <a:rPr lang="en-GB"/>
              <a:pPr>
                <a:defRPr/>
              </a:pPr>
              <a:t>‹#›</a:t>
            </a:fld>
            <a:endParaRPr lang="en-GB"/>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206D2D6F-931C-4420-BB8E-4254628EF3DB}" type="slidenum">
              <a:rPr lang="en-GB"/>
              <a:pPr>
                <a:defRPr/>
              </a:pPr>
              <a:t>‹#›</a:t>
            </a:fld>
            <a:endParaRPr lang="en-GB"/>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DADFBE8-FF4C-456B-843C-1D5D0696C5D7}" type="slidenum">
              <a:rPr lang="en-GB"/>
              <a:pPr>
                <a:defRPr/>
              </a:pPr>
              <a:t>‹#›</a:t>
            </a:fld>
            <a:endParaRPr lang="en-GB"/>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09C97292-D667-4255-9105-8FFF4F3471CA}" type="slidenum">
              <a:rPr lang="en-GB"/>
              <a:pPr>
                <a:defRPr/>
              </a:pPr>
              <a:t>‹#›</a:t>
            </a:fld>
            <a:endParaRPr lang="en-GB"/>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767AEAA8-1441-4071-9CE1-0845B4FCFC56}" type="slidenum">
              <a:rPr lang="en-GB"/>
              <a:pPr>
                <a:defRPr/>
              </a:pPr>
              <a:t>‹#›</a:t>
            </a:fld>
            <a:endParaRPr lang="en-GB"/>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1775" y="258763"/>
            <a:ext cx="2060575" cy="554513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95288" y="258763"/>
            <a:ext cx="6034087" cy="5545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55DE8EF-6A83-4291-AAD9-E670AE446BCD}" type="slidenum">
              <a:rPr lang="en-GB"/>
              <a:pPr>
                <a:defRPr/>
              </a:pPr>
              <a:t>‹#›</a:t>
            </a:fld>
            <a:endParaRPr lang="en-GB"/>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4796CEFA-E155-422D-85AB-7DADE314360E}" type="slidenum">
              <a:rPr lang="en-GB"/>
              <a:pPr>
                <a:defRPr/>
              </a:pPr>
              <a:t>‹#›</a:t>
            </a:fld>
            <a:endParaRPr lang="en-GB"/>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E34B96AC-D55D-4C7C-ACB2-30E69DB3A76D}" type="slidenum">
              <a:rPr lang="en-GB"/>
              <a:pPr>
                <a:defRPr/>
              </a:pPr>
              <a:t>‹#›</a:t>
            </a:fld>
            <a:endParaRPr lang="en-GB"/>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FE754EA-DCD3-428F-9BD4-31578C30365B}" type="slidenum">
              <a:rPr lang="en-GB"/>
              <a:pPr>
                <a:defRPr/>
              </a:pPr>
              <a:t>‹#›</a:t>
            </a:fld>
            <a:endParaRPr lang="en-GB"/>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12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03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F3A970F5-224C-4CC6-BD6C-7E835F5EECC1}" type="slidenum">
              <a:rPr lang="en-GB"/>
              <a:pPr>
                <a:defRPr/>
              </a:pPr>
              <a:t>‹#›</a:t>
            </a:fld>
            <a:endParaRPr lang="en-GB"/>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98E70D0A-1D75-4D61-A14D-72C8057037DC}" type="slidenum">
              <a:rPr lang="en-GB"/>
              <a:pPr>
                <a:defRPr/>
              </a:pPr>
              <a:t>‹#›</a:t>
            </a:fld>
            <a:endParaRPr lang="en-GB"/>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CD325EC8-701F-4A5E-BA3B-3BE57F300BFA}" type="slidenum">
              <a:rPr lang="en-GB"/>
              <a:pPr>
                <a:defRPr/>
              </a:pPr>
              <a:t>‹#›</a:t>
            </a:fld>
            <a:endParaRPr lang="en-GB"/>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F95E46F2-7314-4C20-94E1-F162874EACD9}" type="slidenum">
              <a:rPr lang="en-GB"/>
              <a:pPr>
                <a:defRPr/>
              </a:pPr>
              <a:t>‹#›</a:t>
            </a:fld>
            <a:endParaRPr lang="en-GB"/>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020E62A0-BC9F-463F-B5C3-5BF6EB9A8648}" type="slidenum">
              <a:rPr lang="en-GB"/>
              <a:pPr>
                <a:defRPr/>
              </a:pPr>
              <a:t>‹#›</a:t>
            </a:fld>
            <a:endParaRPr lang="en-GB"/>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9C7B16F-C197-409E-9C60-2C21879B0C55}" type="slidenum">
              <a:rPr lang="en-GB"/>
              <a:pPr>
                <a:defRPr/>
              </a:pPr>
              <a:t>‹#›</a:t>
            </a:fld>
            <a:endParaRPr lang="en-GB"/>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91E760F-E8CD-43A2-9D17-07CEAD1D18CE}" type="slidenum">
              <a:rPr lang="en-GB"/>
              <a:pPr>
                <a:defRPr/>
              </a:pPr>
              <a:t>‹#›</a:t>
            </a:fld>
            <a:endParaRPr lang="en-GB"/>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1775" y="258763"/>
            <a:ext cx="2060575" cy="554513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95288" y="258763"/>
            <a:ext cx="6034087" cy="5545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101C1E2C-5991-43DA-8564-65DB55BAEB29}" type="slidenum">
              <a:rPr lang="en-GB"/>
              <a:pPr>
                <a:defRPr/>
              </a:pPr>
              <a:t>‹#›</a:t>
            </a:fld>
            <a:endParaRPr lang="en-GB"/>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8F1F8EF-58FF-4532-B4B6-F5E580FD2A50}" type="slidenum">
              <a:rPr lang="en-GB"/>
              <a:pPr>
                <a:defRPr/>
              </a:pPr>
              <a:t>‹#›</a:t>
            </a:fld>
            <a:endParaRPr lang="en-GB"/>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7C8CAB63-530D-4A2C-8C0E-A350C1AD6E5D}" type="slidenum">
              <a:rPr lang="en-GB"/>
              <a:pPr>
                <a:defRPr/>
              </a:pPr>
              <a:t>‹#›</a:t>
            </a:fld>
            <a:endParaRPr lang="en-GB"/>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ABC341B-6A37-4697-9CBE-A1EF76940015}" type="slidenum">
              <a:rPr lang="en-GB"/>
              <a:pPr>
                <a:defRPr/>
              </a:pPr>
              <a:t>‹#›</a:t>
            </a:fld>
            <a:endParaRPr lang="en-GB"/>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12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03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70D7D84E-44E6-4631-94B3-5C220BCAB34D}" type="slidenum">
              <a:rPr lang="en-GB"/>
              <a:pPr>
                <a:defRPr/>
              </a:pPr>
              <a:t>‹#›</a:t>
            </a:fld>
            <a:endParaRPr lang="en-GB"/>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FA4A4BB5-3081-4D62-A157-39B6DAC50C53}" type="slidenum">
              <a:rPr lang="en-GB"/>
              <a:pPr>
                <a:defRPr/>
              </a:pPr>
              <a:t>‹#›</a:t>
            </a:fld>
            <a:endParaRPr lang="en-GB"/>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717A389B-24E3-4F2C-9B50-2B52A46326BD}" type="slidenum">
              <a:rPr lang="en-GB"/>
              <a:pPr>
                <a:defRPr/>
              </a:pPr>
              <a:t>‹#›</a:t>
            </a:fld>
            <a:endParaRPr lang="en-GB"/>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454FD87D-0B38-4AD9-8B11-87CA2B342236}" type="slidenum">
              <a:rPr lang="en-GB"/>
              <a:pPr>
                <a:defRPr/>
              </a:pPr>
              <a:t>‹#›</a:t>
            </a:fld>
            <a:endParaRPr lang="en-GB"/>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4DA3EA39-927D-4E4A-9372-882679665039}" type="slidenum">
              <a:rPr lang="en-GB"/>
              <a:pPr>
                <a:defRPr/>
              </a:pPr>
              <a:t>‹#›</a:t>
            </a:fld>
            <a:endParaRPr lang="en-GB"/>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4378955-B4C8-4DD1-AF99-08B3A243E813}" type="slidenum">
              <a:rPr lang="en-GB"/>
              <a:pPr>
                <a:defRPr/>
              </a:pPr>
              <a:t>‹#›</a:t>
            </a:fld>
            <a:endParaRPr lang="en-GB"/>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10B9EB9C-A50A-4BD2-B06F-094795272E2F}" type="slidenum">
              <a:rPr lang="en-GB"/>
              <a:pPr>
                <a:defRPr/>
              </a:pPr>
              <a:t>‹#›</a:t>
            </a:fld>
            <a:endParaRPr lang="en-GB"/>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1775" y="258763"/>
            <a:ext cx="2060575" cy="554513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95288" y="258763"/>
            <a:ext cx="6034087" cy="5545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1D8204A-62DB-47FA-8A7E-CE3F18183306}" type="slidenum">
              <a:rPr lang="en-GB"/>
              <a:pPr>
                <a:defRPr/>
              </a:pPr>
              <a:t>‹#›</a:t>
            </a:fld>
            <a:endParaRPr lang="en-GB"/>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FE9E284-9EA4-4972-8066-165BB126B2B8}" type="slidenum">
              <a:rPr lang="en-GB"/>
              <a:pPr>
                <a:defRPr/>
              </a:pPr>
              <a:t>‹#›</a:t>
            </a:fld>
            <a:endParaRPr lang="en-GB"/>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1C0D7AD8-94F4-434A-B68B-20C85A66E43B}" type="slidenum">
              <a:rPr lang="en-GB"/>
              <a:pPr>
                <a:defRPr/>
              </a:pPr>
              <a:t>‹#›</a:t>
            </a:fld>
            <a:endParaRPr lang="en-GB"/>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DD4845CB-C7BD-4DCE-91A2-17A500DE06DB}" type="slidenum">
              <a:rPr lang="en-GB"/>
              <a:pPr>
                <a:defRPr/>
              </a:pPr>
              <a:t>‹#›</a:t>
            </a:fld>
            <a:endParaRPr lang="en-GB"/>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12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03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122554A3-03F8-4266-938C-0E6ECD5B369C}" type="slidenum">
              <a:rPr lang="en-GB"/>
              <a:pPr>
                <a:defRPr/>
              </a:pPr>
              <a:t>‹#›</a:t>
            </a:fld>
            <a:endParaRPr lang="en-GB"/>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0B5D7C3D-82E7-4DC1-8B15-D14FB1726D75}" type="slidenum">
              <a:rPr lang="en-GB"/>
              <a:pPr>
                <a:defRPr/>
              </a:pPr>
              <a:t>‹#›</a:t>
            </a:fld>
            <a:endParaRPr lang="en-GB"/>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46DC7891-CB93-4488-989F-D0531EE3076B}" type="slidenum">
              <a:rPr lang="en-GB"/>
              <a:pPr>
                <a:defRPr/>
              </a:pPr>
              <a:t>‹#›</a:t>
            </a:fld>
            <a:endParaRPr lang="en-GB"/>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0CBF1ADE-1A96-4463-A897-0AF784FF5292}" type="slidenum">
              <a:rPr lang="en-GB"/>
              <a:pPr>
                <a:defRPr/>
              </a:pPr>
              <a:t>‹#›</a:t>
            </a:fld>
            <a:endParaRPr lang="en-GB"/>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7BFC50F7-6AB8-40BF-893F-95B97736869C}" type="slidenum">
              <a:rPr lang="en-GB"/>
              <a:pPr>
                <a:defRPr/>
              </a:pPr>
              <a:t>‹#›</a:t>
            </a:fld>
            <a:endParaRPr lang="en-GB"/>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D382F357-0ED0-4268-BF53-B733F7A6575D}" type="slidenum">
              <a:rPr lang="en-GB"/>
              <a:pPr>
                <a:defRPr/>
              </a:pPr>
              <a:t>‹#›</a:t>
            </a:fld>
            <a:endParaRPr lang="en-GB"/>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8FCD2CDB-7101-40F7-A152-12E45074DD38}" type="slidenum">
              <a:rPr lang="en-GB"/>
              <a:pPr>
                <a:defRPr/>
              </a:pPr>
              <a:t>‹#›</a:t>
            </a:fld>
            <a:endParaRPr lang="en-GB"/>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1775" y="258763"/>
            <a:ext cx="2060575" cy="554513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95288" y="258763"/>
            <a:ext cx="6034087" cy="5545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F5EF27F9-ACCA-4AC1-A626-7810D539CF24}" type="slidenum">
              <a:rPr lang="en-GB"/>
              <a:pPr>
                <a:defRPr/>
              </a:pPr>
              <a:t>‹#›</a:t>
            </a:fld>
            <a:endParaRPr lang="en-GB"/>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99317F7A-C33C-48DF-A0C9-35109CA9F0D3}" type="slidenum">
              <a:rPr lang="en-GB"/>
              <a:pPr>
                <a:defRPr/>
              </a:pPr>
              <a:t>‹#›</a:t>
            </a:fld>
            <a:endParaRPr lang="en-GB"/>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CD0055BA-0081-4A4C-AB2B-A140CB65562B}" type="slidenum">
              <a:rPr lang="en-GB"/>
              <a:pPr>
                <a:defRPr/>
              </a:pPr>
              <a:t>‹#›</a:t>
            </a:fld>
            <a:endParaRPr lang="en-GB"/>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4D687E60-DE64-4EA8-BBC3-E635FE4F0A15}" type="slidenum">
              <a:rPr lang="en-GB"/>
              <a:pPr>
                <a:defRPr/>
              </a:pPr>
              <a:t>‹#›</a:t>
            </a:fld>
            <a:endParaRPr lang="en-GB"/>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12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03750" y="2205038"/>
            <a:ext cx="4038600" cy="3598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5E842999-FFEC-426B-A0F1-74FDA08019DB}" type="slidenum">
              <a:rPr lang="en-GB"/>
              <a:pPr>
                <a:defRPr/>
              </a:pPr>
              <a:t>‹#›</a:t>
            </a:fld>
            <a:endParaRPr lang="en-GB"/>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BF227832-5767-4189-9417-7B3816106185}" type="slidenum">
              <a:rPr lang="en-GB"/>
              <a:pPr>
                <a:defRPr/>
              </a:pPr>
              <a:t>‹#›</a:t>
            </a:fld>
            <a:endParaRPr lang="en-GB"/>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C2148294-074D-4956-BA46-9FE33F69544B}" type="slidenum">
              <a:rPr lang="en-GB"/>
              <a:pPr>
                <a:defRPr/>
              </a:pPr>
              <a:t>‹#›</a:t>
            </a:fld>
            <a:endParaRPr lang="en-GB"/>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245084F7-9FB3-4B47-BE71-9E5329383D5E}" type="slidenum">
              <a:rPr lang="en-GB"/>
              <a:pPr>
                <a:defRPr/>
              </a:pPr>
              <a:t>‹#›</a:t>
            </a:fld>
            <a:endParaRPr lang="en-GB"/>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C0A5A4C7-5EDF-4F21-9E9A-4801695E6ECC}" type="slidenum">
              <a:rPr lang="en-GB"/>
              <a:pPr>
                <a:defRPr/>
              </a:pPr>
              <a:t>‹#›</a:t>
            </a:fld>
            <a:endParaRPr lang="en-GB"/>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83A19F15-244D-4F4F-9EE7-C3ED73DFE529}" type="slidenum">
              <a:rPr lang="en-GB"/>
              <a:pPr>
                <a:defRPr/>
              </a:pPr>
              <a:t>‹#›</a:t>
            </a:fld>
            <a:endParaRPr lang="en-GB"/>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E0E7B3F7-D7BB-49A4-9546-4D3201D380F0}" type="slidenum">
              <a:rPr lang="en-GB"/>
              <a:pPr>
                <a:defRPr/>
              </a:pPr>
              <a:t>‹#›</a:t>
            </a:fld>
            <a:endParaRPr lang="en-GB"/>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81775" y="258763"/>
            <a:ext cx="2060575" cy="5545137"/>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95288" y="258763"/>
            <a:ext cx="6034087" cy="554513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03BCB2C4-338D-4306-B42C-38646BCCFCDC}" type="slidenum">
              <a:rPr lang="en-GB"/>
              <a:pPr>
                <a:defRPr/>
              </a:pPr>
              <a:t>‹#›</a:t>
            </a:fld>
            <a:endParaRPr lang="en-GB"/>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CDD5E78-73D2-4D6F-BFD2-740FE93DE5E4}" type="datetimeFigureOut">
              <a:rPr lang="en-GB" smtClean="0"/>
              <a:pPr/>
              <a:t>12/02/2026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8B375F-39D7-4DC9-821A-D7300A0EEA99}" type="slidenum">
              <a:rPr lang="en-GB" smtClean="0"/>
              <a:pPr/>
              <a:t>‹#›</a:t>
            </a:fld>
            <a:endParaRPr lang="en-GB"/>
          </a:p>
        </p:txBody>
      </p:sp>
    </p:spTree>
    <p:extLst>
      <p:ext uri="{BB962C8B-B14F-4D97-AF65-F5344CB8AC3E}">
        <p14:creationId xmlns:p14="http://schemas.microsoft.com/office/powerpoint/2010/main" val="231946318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CDD5E78-73D2-4D6F-BFD2-740FE93DE5E4}" type="datetimeFigureOut">
              <a:rPr lang="en-GB" smtClean="0"/>
              <a:pPr/>
              <a:t>12/02/2026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8B375F-39D7-4DC9-821A-D7300A0EEA99}" type="slidenum">
              <a:rPr lang="en-GB" smtClean="0"/>
              <a:pPr/>
              <a:t>‹#›</a:t>
            </a:fld>
            <a:endParaRPr lang="en-GB"/>
          </a:p>
        </p:txBody>
      </p:sp>
    </p:spTree>
    <p:extLst>
      <p:ext uri="{BB962C8B-B14F-4D97-AF65-F5344CB8AC3E}">
        <p14:creationId xmlns:p14="http://schemas.microsoft.com/office/powerpoint/2010/main" val="414566519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CDD5E78-73D2-4D6F-BFD2-740FE93DE5E4}" type="datetimeFigureOut">
              <a:rPr lang="en-GB" smtClean="0"/>
              <a:pPr/>
              <a:t>12/02/2026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8B375F-39D7-4DC9-821A-D7300A0EEA99}" type="slidenum">
              <a:rPr lang="en-GB" smtClean="0"/>
              <a:pPr/>
              <a:t>‹#›</a:t>
            </a:fld>
            <a:endParaRPr lang="en-GB"/>
          </a:p>
        </p:txBody>
      </p:sp>
    </p:spTree>
    <p:extLst>
      <p:ext uri="{BB962C8B-B14F-4D97-AF65-F5344CB8AC3E}">
        <p14:creationId xmlns:p14="http://schemas.microsoft.com/office/powerpoint/2010/main" val="3665596529"/>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9CDD5E78-73D2-4D6F-BFD2-740FE93DE5E4}" type="datetimeFigureOut">
              <a:rPr lang="en-GB" smtClean="0"/>
              <a:pPr/>
              <a:t>12/02/2026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8B375F-39D7-4DC9-821A-D7300A0EEA99}" type="slidenum">
              <a:rPr lang="en-GB" smtClean="0"/>
              <a:pPr/>
              <a:t>‹#›</a:t>
            </a:fld>
            <a:endParaRPr lang="en-GB"/>
          </a:p>
        </p:txBody>
      </p:sp>
    </p:spTree>
    <p:extLst>
      <p:ext uri="{BB962C8B-B14F-4D97-AF65-F5344CB8AC3E}">
        <p14:creationId xmlns:p14="http://schemas.microsoft.com/office/powerpoint/2010/main" val="2254636120"/>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9CDD5E78-73D2-4D6F-BFD2-740FE93DE5E4}" type="datetimeFigureOut">
              <a:rPr lang="en-GB" smtClean="0"/>
              <a:pPr/>
              <a:t>12/02/2026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F8B375F-39D7-4DC9-821A-D7300A0EEA99}" type="slidenum">
              <a:rPr lang="en-GB" smtClean="0"/>
              <a:pPr/>
              <a:t>‹#›</a:t>
            </a:fld>
            <a:endParaRPr lang="en-GB"/>
          </a:p>
        </p:txBody>
      </p:sp>
    </p:spTree>
    <p:extLst>
      <p:ext uri="{BB962C8B-B14F-4D97-AF65-F5344CB8AC3E}">
        <p14:creationId xmlns:p14="http://schemas.microsoft.com/office/powerpoint/2010/main" val="577468740"/>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9CDD5E78-73D2-4D6F-BFD2-740FE93DE5E4}" type="datetimeFigureOut">
              <a:rPr lang="en-GB" smtClean="0"/>
              <a:pPr/>
              <a:t>12/02/2026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F8B375F-39D7-4DC9-821A-D7300A0EEA99}" type="slidenum">
              <a:rPr lang="en-GB" smtClean="0"/>
              <a:pPr/>
              <a:t>‹#›</a:t>
            </a:fld>
            <a:endParaRPr lang="en-GB"/>
          </a:p>
        </p:txBody>
      </p:sp>
    </p:spTree>
    <p:extLst>
      <p:ext uri="{BB962C8B-B14F-4D97-AF65-F5344CB8AC3E}">
        <p14:creationId xmlns:p14="http://schemas.microsoft.com/office/powerpoint/2010/main" val="245452928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DD5E78-73D2-4D6F-BFD2-740FE93DE5E4}" type="datetimeFigureOut">
              <a:rPr lang="en-GB" smtClean="0"/>
              <a:pPr/>
              <a:t>12/02/2026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F8B375F-39D7-4DC9-821A-D7300A0EEA99}" type="slidenum">
              <a:rPr lang="en-GB" smtClean="0"/>
              <a:pPr/>
              <a:t>‹#›</a:t>
            </a:fld>
            <a:endParaRPr lang="en-GB"/>
          </a:p>
        </p:txBody>
      </p:sp>
    </p:spTree>
    <p:extLst>
      <p:ext uri="{BB962C8B-B14F-4D97-AF65-F5344CB8AC3E}">
        <p14:creationId xmlns:p14="http://schemas.microsoft.com/office/powerpoint/2010/main" val="1829153162"/>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DD5E78-73D2-4D6F-BFD2-740FE93DE5E4}" type="datetimeFigureOut">
              <a:rPr lang="en-GB" smtClean="0"/>
              <a:pPr/>
              <a:t>12/02/2026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8B375F-39D7-4DC9-821A-D7300A0EEA99}" type="slidenum">
              <a:rPr lang="en-GB" smtClean="0"/>
              <a:pPr/>
              <a:t>‹#›</a:t>
            </a:fld>
            <a:endParaRPr lang="en-GB"/>
          </a:p>
        </p:txBody>
      </p:sp>
    </p:spTree>
    <p:extLst>
      <p:ext uri="{BB962C8B-B14F-4D97-AF65-F5344CB8AC3E}">
        <p14:creationId xmlns:p14="http://schemas.microsoft.com/office/powerpoint/2010/main" val="63615785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DD5E78-73D2-4D6F-BFD2-740FE93DE5E4}" type="datetimeFigureOut">
              <a:rPr lang="en-GB" smtClean="0"/>
              <a:pPr/>
              <a:t>12/02/2026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F8B375F-39D7-4DC9-821A-D7300A0EEA99}" type="slidenum">
              <a:rPr lang="en-GB" smtClean="0"/>
              <a:pPr/>
              <a:t>‹#›</a:t>
            </a:fld>
            <a:endParaRPr lang="en-GB"/>
          </a:p>
        </p:txBody>
      </p:sp>
    </p:spTree>
    <p:extLst>
      <p:ext uri="{BB962C8B-B14F-4D97-AF65-F5344CB8AC3E}">
        <p14:creationId xmlns:p14="http://schemas.microsoft.com/office/powerpoint/2010/main" val="3030257913"/>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CDD5E78-73D2-4D6F-BFD2-740FE93DE5E4}" type="datetimeFigureOut">
              <a:rPr lang="en-GB" smtClean="0"/>
              <a:pPr/>
              <a:t>12/02/2026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8B375F-39D7-4DC9-821A-D7300A0EEA99}" type="slidenum">
              <a:rPr lang="en-GB" smtClean="0"/>
              <a:pPr/>
              <a:t>‹#›</a:t>
            </a:fld>
            <a:endParaRPr lang="en-GB"/>
          </a:p>
        </p:txBody>
      </p:sp>
    </p:spTree>
    <p:extLst>
      <p:ext uri="{BB962C8B-B14F-4D97-AF65-F5344CB8AC3E}">
        <p14:creationId xmlns:p14="http://schemas.microsoft.com/office/powerpoint/2010/main" val="1085940922"/>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CDD5E78-73D2-4D6F-BFD2-740FE93DE5E4}" type="datetimeFigureOut">
              <a:rPr lang="en-GB" smtClean="0"/>
              <a:pPr/>
              <a:t>12/02/2026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F8B375F-39D7-4DC9-821A-D7300A0EEA99}" type="slidenum">
              <a:rPr lang="en-GB" smtClean="0"/>
              <a:pPr/>
              <a:t>‹#›</a:t>
            </a:fld>
            <a:endParaRPr lang="en-GB"/>
          </a:p>
        </p:txBody>
      </p:sp>
    </p:spTree>
    <p:extLst>
      <p:ext uri="{BB962C8B-B14F-4D97-AF65-F5344CB8AC3E}">
        <p14:creationId xmlns:p14="http://schemas.microsoft.com/office/powerpoint/2010/main" val="407016653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GB" dirty="0"/>
          </a:p>
        </p:txBody>
      </p:sp>
      <p:sp>
        <p:nvSpPr>
          <p:cNvPr id="5" name="Footer Placeholder 4"/>
          <p:cNvSpPr>
            <a:spLocks noGrp="1"/>
          </p:cNvSpPr>
          <p:nvPr>
            <p:ph type="ftr" sz="quarter" idx="11"/>
          </p:nvPr>
        </p:nvSpPr>
        <p:spPr/>
        <p:txBody>
          <a:bodyPr/>
          <a:lstStyle/>
          <a:p>
            <a:pPr>
              <a:defRPr/>
            </a:pPr>
            <a:endParaRPr lang="en-GB" dirty="0"/>
          </a:p>
        </p:txBody>
      </p:sp>
      <p:sp>
        <p:nvSpPr>
          <p:cNvPr id="6" name="Slide Number Placeholder 5"/>
          <p:cNvSpPr>
            <a:spLocks noGrp="1"/>
          </p:cNvSpPr>
          <p:nvPr>
            <p:ph type="sldNum" sz="quarter" idx="12"/>
          </p:nvPr>
        </p:nvSpPr>
        <p:spPr/>
        <p:txBody>
          <a:bodyPr/>
          <a:lstStyle/>
          <a:p>
            <a:pPr>
              <a:defRPr/>
            </a:pPr>
            <a:fld id="{9C73BA09-15CF-4464-9A81-6F5A4B71C8AA}" type="slidenum">
              <a:rPr lang="en-GB" smtClean="0"/>
              <a:pPr>
                <a:defRPr/>
              </a:pPr>
              <a:t>‹#›</a:t>
            </a:fld>
            <a:endParaRPr lang="en-GB"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3310436"/>
      </p:ext>
    </p:extLst>
  </p:cSld>
  <p:clrMapOvr>
    <a:masterClrMapping/>
  </p:clrMapOvr>
  <p:transition>
    <p:randomBar/>
  </p:transition>
</p:sldLayout>
</file>

<file path=ppt/slideLayouts/slideLayout16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3F686923-7FED-4BD1-85F8-02C8271F4BA3}" type="slidenum">
              <a:rPr lang="en-GB" smtClean="0"/>
              <a:pPr>
                <a:defRPr/>
              </a:pPr>
              <a:t>‹#›</a:t>
            </a:fld>
            <a:endParaRPr lang="en-GB"/>
          </a:p>
        </p:txBody>
      </p:sp>
    </p:spTree>
    <p:extLst>
      <p:ext uri="{BB962C8B-B14F-4D97-AF65-F5344CB8AC3E}">
        <p14:creationId xmlns:p14="http://schemas.microsoft.com/office/powerpoint/2010/main" val="329000712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69406E0F-0451-48F3-A31D-DCD0A1D93D00}" type="slidenum">
              <a:rPr lang="en-GB" smtClean="0"/>
              <a:pPr>
                <a:defRPr/>
              </a:pPr>
              <a:t>‹#›</a:t>
            </a:fld>
            <a:endParaRPr lang="en-GB"/>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5502289"/>
      </p:ext>
    </p:extLst>
  </p:cSld>
  <p:clrMapOvr>
    <a:masterClrMapping/>
  </p:clrMapOvr>
  <p:transition>
    <p:randomBar/>
  </p:transition>
</p:sldLayout>
</file>

<file path=ppt/slideLayouts/slideLayout16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3F686923-7FED-4BD1-85F8-02C8271F4BA3}" type="slidenum">
              <a:rPr lang="en-GB" smtClean="0"/>
              <a:pPr>
                <a:defRPr/>
              </a:pPr>
              <a:t>‹#›</a:t>
            </a:fld>
            <a:endParaRPr lang="en-GB"/>
          </a:p>
        </p:txBody>
      </p:sp>
    </p:spTree>
    <p:extLst>
      <p:ext uri="{BB962C8B-B14F-4D97-AF65-F5344CB8AC3E}">
        <p14:creationId xmlns:p14="http://schemas.microsoft.com/office/powerpoint/2010/main" val="1827794714"/>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p:txBody>
          <a:bodyPr/>
          <a:lstStyle/>
          <a:p>
            <a:pPr>
              <a:defRPr/>
            </a:pPr>
            <a:fld id="{614154AE-1853-4BC6-A767-91D6CFB2DFAC}" type="slidenum">
              <a:rPr lang="en-GB" smtClean="0"/>
              <a:pPr>
                <a:defRPr/>
              </a:pPr>
              <a:t>‹#›</a:t>
            </a:fld>
            <a:endParaRPr lang="en-GB"/>
          </a:p>
        </p:txBody>
      </p:sp>
    </p:spTree>
    <p:extLst>
      <p:ext uri="{BB962C8B-B14F-4D97-AF65-F5344CB8AC3E}">
        <p14:creationId xmlns:p14="http://schemas.microsoft.com/office/powerpoint/2010/main" val="3151597165"/>
      </p:ext>
    </p:extLst>
  </p:cSld>
  <p:clrMapOvr>
    <a:masterClrMapping/>
  </p:clrMapOvr>
  <p:transition>
    <p:randomBar/>
  </p:transition>
</p:sldLayout>
</file>

<file path=ppt/slideLayouts/slideLayout16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GB"/>
          </a:p>
        </p:txBody>
      </p:sp>
      <p:sp>
        <p:nvSpPr>
          <p:cNvPr id="4" name="Footer Placeholder 3"/>
          <p:cNvSpPr>
            <a:spLocks noGrp="1"/>
          </p:cNvSpPr>
          <p:nvPr>
            <p:ph type="ftr" sz="quarter" idx="11"/>
          </p:nvPr>
        </p:nvSpPr>
        <p:spPr/>
        <p:txBody>
          <a:bodyPr/>
          <a:lstStyle/>
          <a:p>
            <a:pPr>
              <a:defRPr/>
            </a:pPr>
            <a:endParaRPr lang="en-GB"/>
          </a:p>
        </p:txBody>
      </p:sp>
      <p:sp>
        <p:nvSpPr>
          <p:cNvPr id="5" name="Slide Number Placeholder 4"/>
          <p:cNvSpPr>
            <a:spLocks noGrp="1"/>
          </p:cNvSpPr>
          <p:nvPr>
            <p:ph type="sldNum" sz="quarter" idx="12"/>
          </p:nvPr>
        </p:nvSpPr>
        <p:spPr/>
        <p:txBody>
          <a:bodyPr/>
          <a:lstStyle/>
          <a:p>
            <a:pPr>
              <a:defRPr/>
            </a:pPr>
            <a:fld id="{3F686923-7FED-4BD1-85F8-02C8271F4BA3}" type="slidenum">
              <a:rPr lang="en-GB" smtClean="0"/>
              <a:pPr>
                <a:defRPr/>
              </a:pPr>
              <a:t>‹#›</a:t>
            </a:fld>
            <a:endParaRPr lang="en-GB"/>
          </a:p>
        </p:txBody>
      </p:sp>
    </p:spTree>
    <p:extLst>
      <p:ext uri="{BB962C8B-B14F-4D97-AF65-F5344CB8AC3E}">
        <p14:creationId xmlns:p14="http://schemas.microsoft.com/office/powerpoint/2010/main" val="286144614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GB"/>
          </a:p>
        </p:txBody>
      </p:sp>
      <p:sp>
        <p:nvSpPr>
          <p:cNvPr id="9" name="Slide Number Placeholder 8"/>
          <p:cNvSpPr>
            <a:spLocks noGrp="1"/>
          </p:cNvSpPr>
          <p:nvPr>
            <p:ph type="sldNum" sz="quarter" idx="12"/>
          </p:nvPr>
        </p:nvSpPr>
        <p:spPr/>
        <p:txBody>
          <a:bodyPr/>
          <a:lstStyle/>
          <a:p>
            <a:pPr>
              <a:defRPr/>
            </a:pPr>
            <a:fld id="{E3AD8077-80D0-483F-AFE1-B19137A2B21D}" type="slidenum">
              <a:rPr lang="en-GB" smtClean="0"/>
              <a:pPr>
                <a:defRPr/>
              </a:pPr>
              <a:t>‹#›</a:t>
            </a:fld>
            <a:endParaRPr lang="en-GB"/>
          </a:p>
        </p:txBody>
      </p:sp>
    </p:spTree>
    <p:extLst>
      <p:ext uri="{BB962C8B-B14F-4D97-AF65-F5344CB8AC3E}">
        <p14:creationId xmlns:p14="http://schemas.microsoft.com/office/powerpoint/2010/main" val="2859267769"/>
      </p:ext>
    </p:extLst>
  </p:cSld>
  <p:clrMapOvr>
    <a:masterClrMapping/>
  </p:clrMapOvr>
  <p:transition>
    <p:randomBar/>
  </p:transition>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endParaRPr lang="en-GB"/>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3F686923-7FED-4BD1-85F8-02C8271F4BA3}" type="slidenum">
              <a:rPr lang="en-GB" smtClean="0"/>
              <a:pPr>
                <a:defRPr/>
              </a:pPr>
              <a:t>‹#›</a:t>
            </a:fld>
            <a:endParaRPr lang="en-GB"/>
          </a:p>
        </p:txBody>
      </p:sp>
    </p:spTree>
    <p:extLst>
      <p:ext uri="{BB962C8B-B14F-4D97-AF65-F5344CB8AC3E}">
        <p14:creationId xmlns:p14="http://schemas.microsoft.com/office/powerpoint/2010/main" val="1170445215"/>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E4F1086C-9417-445A-A230-9E8BC76392DB}" type="slidenum">
              <a:rPr lang="en-GB" smtClean="0"/>
              <a:pPr>
                <a:defRPr/>
              </a:pPr>
              <a:t>‹#›</a:t>
            </a:fld>
            <a:endParaRPr lang="en-GB"/>
          </a:p>
        </p:txBody>
      </p:sp>
    </p:spTree>
    <p:extLst>
      <p:ext uri="{BB962C8B-B14F-4D97-AF65-F5344CB8AC3E}">
        <p14:creationId xmlns:p14="http://schemas.microsoft.com/office/powerpoint/2010/main" val="56620548"/>
      </p:ext>
    </p:extLst>
  </p:cSld>
  <p:clrMapOvr>
    <a:masterClrMapping/>
  </p:clrMapOvr>
  <p:transition>
    <p:randomBar/>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9E7E0A58-AFBB-40C6-BC3A-0058ADCC028F}" type="slidenum">
              <a:rPr lang="en-GB" smtClean="0"/>
              <a:pPr>
                <a:defRPr/>
              </a:pPr>
              <a:t>‹#›</a:t>
            </a:fld>
            <a:endParaRPr lang="en-GB"/>
          </a:p>
        </p:txBody>
      </p:sp>
    </p:spTree>
    <p:extLst>
      <p:ext uri="{BB962C8B-B14F-4D97-AF65-F5344CB8AC3E}">
        <p14:creationId xmlns:p14="http://schemas.microsoft.com/office/powerpoint/2010/main" val="3092422980"/>
      </p:ext>
    </p:extLst>
  </p:cSld>
  <p:clrMapOvr>
    <a:masterClrMapping/>
  </p:clrMapOvr>
  <p:transition>
    <p:randomBar/>
  </p:transition>
</p:sldLayout>
</file>

<file path=ppt/slideLayouts/slideLayout17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33971DAA-E22C-4DDC-848E-9041CAA045C7}" type="slidenum">
              <a:rPr lang="en-GB" smtClean="0"/>
              <a:pPr>
                <a:defRPr/>
              </a:pPr>
              <a:t>‹#›</a:t>
            </a:fld>
            <a:endParaRPr lang="en-GB"/>
          </a:p>
        </p:txBody>
      </p:sp>
    </p:spTree>
    <p:extLst>
      <p:ext uri="{BB962C8B-B14F-4D97-AF65-F5344CB8AC3E}">
        <p14:creationId xmlns:p14="http://schemas.microsoft.com/office/powerpoint/2010/main" val="1239589670"/>
      </p:ext>
    </p:extLst>
  </p:cSld>
  <p:clrMapOvr>
    <a:masterClrMapping/>
  </p:clrMapOvr>
  <p:transition>
    <p:randomBar/>
  </p:transition>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userDrawn="1">
  <p:cSld name="2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2245675922"/>
      </p:ext>
    </p:extLst>
  </p:cSld>
  <p:clrMapOvr>
    <a:masterClrMapping/>
  </p:clrMapOvr>
  <p:transition>
    <p:randomBar/>
  </p:transition>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2566011485"/>
      </p:ext>
    </p:extLst>
  </p:cSld>
  <p:clrMapOvr>
    <a:masterClrMapping/>
  </p:clrMapOvr>
  <p:transition>
    <p:randomBar/>
  </p:transition>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userDrawn="1">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3204453474"/>
      </p:ext>
    </p:extLst>
  </p:cSld>
  <p:clrMapOvr>
    <a:masterClrMapping/>
  </p:clrMapOvr>
  <p:transition>
    <p:randomBar/>
  </p:transition>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userDrawn="1">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3254455524"/>
      </p:ext>
    </p:extLst>
  </p:cSld>
  <p:clrMapOvr>
    <a:masterClrMapping/>
  </p:clrMapOvr>
  <p:transition>
    <p:randomBar/>
  </p:transition>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userDrawn="1">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2097051594"/>
      </p:ext>
    </p:extLst>
  </p:cSld>
  <p:clrMapOvr>
    <a:masterClrMapping/>
  </p:clrMapOvr>
  <p:transition>
    <p:randomBar/>
  </p:transition>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928220483"/>
      </p:ext>
    </p:extLst>
  </p:cSld>
  <p:clrMapOvr>
    <a:masterClrMapping/>
  </p:clrMapOvr>
  <p:transition>
    <p:randomBar/>
  </p:transition>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userDrawn="1">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3"/>
          <p:cNvSpPr>
            <a:spLocks noGrp="1" noChangeArrowheads="1"/>
          </p:cNvSpPr>
          <p:nvPr>
            <p:ph type="dt" sz="half" idx="10"/>
          </p:nvPr>
        </p:nvSpPr>
        <p:spPr>
          <a:ln/>
        </p:spPr>
        <p:txBody>
          <a:bodyPr/>
          <a:lstStyle>
            <a:lvl1pPr>
              <a:defRPr/>
            </a:lvl1pPr>
          </a:lstStyle>
          <a:p>
            <a:pPr>
              <a:defRPr/>
            </a:pPr>
            <a:endParaRPr lang="en-GB"/>
          </a:p>
        </p:txBody>
      </p:sp>
      <p:sp>
        <p:nvSpPr>
          <p:cNvPr id="5" name="Rectangle 4"/>
          <p:cNvSpPr>
            <a:spLocks noGrp="1" noChangeArrowheads="1"/>
          </p:cNvSpPr>
          <p:nvPr>
            <p:ph type="ftr" sz="quarter" idx="11"/>
          </p:nvPr>
        </p:nvSpPr>
        <p:spPr>
          <a:ln/>
        </p:spPr>
        <p:txBody>
          <a:bodyPr/>
          <a:lstStyle>
            <a:lvl1pPr>
              <a:defRPr/>
            </a:lvl1pPr>
          </a:lstStyle>
          <a:p>
            <a:pPr>
              <a:defRPr/>
            </a:pPr>
            <a:endParaRPr lang="en-GB"/>
          </a:p>
        </p:txBody>
      </p:sp>
      <p:sp>
        <p:nvSpPr>
          <p:cNvPr id="6" name="Rectangle 5"/>
          <p:cNvSpPr>
            <a:spLocks noGrp="1" noChangeArrowheads="1"/>
          </p:cNvSpPr>
          <p:nvPr>
            <p:ph type="sldNum" sz="quarter" idx="12"/>
          </p:nvPr>
        </p:nvSpPr>
        <p:spPr>
          <a:ln/>
        </p:spPr>
        <p:txBody>
          <a:bodyPr/>
          <a:lstStyle>
            <a:lvl1pPr>
              <a:defRPr/>
            </a:lvl1pPr>
          </a:lstStyle>
          <a:p>
            <a:pPr>
              <a:defRPr/>
            </a:pPr>
            <a:fld id="{1D8D4E4A-F2D5-4663-847A-FA28C8A8FF31}" type="slidenum">
              <a:rPr lang="en-GB"/>
              <a:pPr>
                <a:defRPr/>
              </a:pPr>
              <a:t>‹#›</a:t>
            </a:fld>
            <a:endParaRPr lang="en-GB"/>
          </a:p>
        </p:txBody>
      </p:sp>
    </p:spTree>
    <p:extLst>
      <p:ext uri="{BB962C8B-B14F-4D97-AF65-F5344CB8AC3E}">
        <p14:creationId xmlns:p14="http://schemas.microsoft.com/office/powerpoint/2010/main" val="2732484730"/>
      </p:ext>
    </p:extLst>
  </p:cSld>
  <p:clrMapOvr>
    <a:masterClrMapping/>
  </p:clrMapOvr>
  <p:transition>
    <p:randomBar/>
  </p:transition>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193430"/>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E265B9D6-BBD4-457D-9FBC-7A9CA53EFAC8}" type="slidenum">
              <a:rPr lang="en-GB" smtClean="0"/>
              <a:pPr>
                <a:defRPr/>
              </a:pPr>
              <a:t>‹#›</a:t>
            </a:fld>
            <a:endParaRPr lang="en-GB"/>
          </a:p>
        </p:txBody>
      </p:sp>
    </p:spTree>
    <p:extLst>
      <p:ext uri="{BB962C8B-B14F-4D97-AF65-F5344CB8AC3E}">
        <p14:creationId xmlns:p14="http://schemas.microsoft.com/office/powerpoint/2010/main" val="2713822151"/>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0EB0145E-77CF-4946-88E5-01CECE35FBE1}" type="slidenum">
              <a:rPr lang="en-GB" smtClean="0"/>
              <a:pPr>
                <a:defRPr/>
              </a:pPr>
              <a:t>‹#›</a:t>
            </a:fld>
            <a:endParaRPr lang="en-GB"/>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1342966"/>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99C4BF46-9C14-48E8-BF9B-8176569D7EC7}" type="slidenum">
              <a:rPr lang="en-GB" smtClean="0"/>
              <a:pPr>
                <a:defRPr/>
              </a:pPr>
              <a:t>‹#›</a:t>
            </a:fld>
            <a:endParaRPr lang="en-GB"/>
          </a:p>
        </p:txBody>
      </p:sp>
    </p:spTree>
    <p:extLst>
      <p:ext uri="{BB962C8B-B14F-4D97-AF65-F5344CB8AC3E}">
        <p14:creationId xmlns:p14="http://schemas.microsoft.com/office/powerpoint/2010/main" val="1588893063"/>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GB"/>
          </a:p>
        </p:txBody>
      </p:sp>
      <p:sp>
        <p:nvSpPr>
          <p:cNvPr id="8" name="Footer Placeholder 7"/>
          <p:cNvSpPr>
            <a:spLocks noGrp="1"/>
          </p:cNvSpPr>
          <p:nvPr>
            <p:ph type="ftr" sz="quarter" idx="11"/>
          </p:nvPr>
        </p:nvSpPr>
        <p:spPr/>
        <p:txBody>
          <a:bodyPr/>
          <a:lstStyle/>
          <a:p>
            <a:pPr>
              <a:defRPr/>
            </a:pPr>
            <a:endParaRPr lang="en-GB"/>
          </a:p>
        </p:txBody>
      </p:sp>
      <p:sp>
        <p:nvSpPr>
          <p:cNvPr id="9" name="Slide Number Placeholder 8"/>
          <p:cNvSpPr>
            <a:spLocks noGrp="1"/>
          </p:cNvSpPr>
          <p:nvPr>
            <p:ph type="sldNum" sz="quarter" idx="12"/>
          </p:nvPr>
        </p:nvSpPr>
        <p:spPr/>
        <p:txBody>
          <a:bodyPr/>
          <a:lstStyle/>
          <a:p>
            <a:pPr>
              <a:defRPr/>
            </a:pPr>
            <a:fld id="{0784AE6E-A734-4D86-BD92-8A34F28370D3}" type="slidenum">
              <a:rPr lang="en-GB" smtClean="0"/>
              <a:pPr>
                <a:defRPr/>
              </a:pPr>
              <a:t>‹#›</a:t>
            </a:fld>
            <a:endParaRPr lang="en-GB"/>
          </a:p>
        </p:txBody>
      </p:sp>
    </p:spTree>
    <p:extLst>
      <p:ext uri="{BB962C8B-B14F-4D97-AF65-F5344CB8AC3E}">
        <p14:creationId xmlns:p14="http://schemas.microsoft.com/office/powerpoint/2010/main" val="2259233603"/>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GB"/>
          </a:p>
        </p:txBody>
      </p:sp>
      <p:sp>
        <p:nvSpPr>
          <p:cNvPr id="4" name="Footer Placeholder 3"/>
          <p:cNvSpPr>
            <a:spLocks noGrp="1"/>
          </p:cNvSpPr>
          <p:nvPr>
            <p:ph type="ftr" sz="quarter" idx="11"/>
          </p:nvPr>
        </p:nvSpPr>
        <p:spPr/>
        <p:txBody>
          <a:bodyPr/>
          <a:lstStyle/>
          <a:p>
            <a:pPr>
              <a:defRPr/>
            </a:pPr>
            <a:endParaRPr lang="en-GB"/>
          </a:p>
        </p:txBody>
      </p:sp>
      <p:sp>
        <p:nvSpPr>
          <p:cNvPr id="5" name="Slide Number Placeholder 4"/>
          <p:cNvSpPr>
            <a:spLocks noGrp="1"/>
          </p:cNvSpPr>
          <p:nvPr>
            <p:ph type="sldNum" sz="quarter" idx="12"/>
          </p:nvPr>
        </p:nvSpPr>
        <p:spPr/>
        <p:txBody>
          <a:bodyPr/>
          <a:lstStyle/>
          <a:p>
            <a:pPr>
              <a:defRPr/>
            </a:pPr>
            <a:fld id="{9E7BA937-150C-4F15-BD5C-960103A0163C}" type="slidenum">
              <a:rPr lang="en-GB" smtClean="0"/>
              <a:pPr>
                <a:defRPr/>
              </a:pPr>
              <a:t>‹#›</a:t>
            </a:fld>
            <a:endParaRPr lang="en-GB"/>
          </a:p>
        </p:txBody>
      </p:sp>
    </p:spTree>
    <p:extLst>
      <p:ext uri="{BB962C8B-B14F-4D97-AF65-F5344CB8AC3E}">
        <p14:creationId xmlns:p14="http://schemas.microsoft.com/office/powerpoint/2010/main" val="148891190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en-GB"/>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GB"/>
          </a:p>
        </p:txBody>
      </p:sp>
      <p:sp>
        <p:nvSpPr>
          <p:cNvPr id="9" name="Slide Number Placeholder 8"/>
          <p:cNvSpPr>
            <a:spLocks noGrp="1"/>
          </p:cNvSpPr>
          <p:nvPr>
            <p:ph type="sldNum" sz="quarter" idx="12"/>
          </p:nvPr>
        </p:nvSpPr>
        <p:spPr/>
        <p:txBody>
          <a:bodyPr/>
          <a:lstStyle/>
          <a:p>
            <a:pPr>
              <a:defRPr/>
            </a:pPr>
            <a:fld id="{766487CE-6E3E-4747-8BF4-D1C66DD8710E}" type="slidenum">
              <a:rPr lang="en-GB" smtClean="0"/>
              <a:pPr>
                <a:defRPr/>
              </a:pPr>
              <a:t>‹#›</a:t>
            </a:fld>
            <a:endParaRPr lang="en-GB"/>
          </a:p>
        </p:txBody>
      </p:sp>
    </p:spTree>
    <p:extLst>
      <p:ext uri="{BB962C8B-B14F-4D97-AF65-F5344CB8AC3E}">
        <p14:creationId xmlns:p14="http://schemas.microsoft.com/office/powerpoint/2010/main" val="2469429980"/>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endParaRPr lang="en-GB"/>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endParaRPr lang="en-GB"/>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0C40740F-F252-4F5A-994C-1C885B1E9027}" type="slidenum">
              <a:rPr lang="en-GB" smtClean="0"/>
              <a:pPr>
                <a:defRPr/>
              </a:pPr>
              <a:t>‹#›</a:t>
            </a:fld>
            <a:endParaRPr lang="en-GB"/>
          </a:p>
        </p:txBody>
      </p:sp>
    </p:spTree>
    <p:extLst>
      <p:ext uri="{BB962C8B-B14F-4D97-AF65-F5344CB8AC3E}">
        <p14:creationId xmlns:p14="http://schemas.microsoft.com/office/powerpoint/2010/main" val="2828617399"/>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GB"/>
          </a:p>
        </p:txBody>
      </p:sp>
      <p:sp>
        <p:nvSpPr>
          <p:cNvPr id="6" name="Footer Placeholder 5"/>
          <p:cNvSpPr>
            <a:spLocks noGrp="1"/>
          </p:cNvSpPr>
          <p:nvPr>
            <p:ph type="ftr" sz="quarter" idx="11"/>
          </p:nvPr>
        </p:nvSpPr>
        <p:spPr/>
        <p:txBody>
          <a:bodyPr/>
          <a:lstStyle/>
          <a:p>
            <a:pPr>
              <a:defRPr/>
            </a:pPr>
            <a:endParaRPr lang="en-GB"/>
          </a:p>
        </p:txBody>
      </p:sp>
      <p:sp>
        <p:nvSpPr>
          <p:cNvPr id="7" name="Slide Number Placeholder 6"/>
          <p:cNvSpPr>
            <a:spLocks noGrp="1"/>
          </p:cNvSpPr>
          <p:nvPr>
            <p:ph type="sldNum" sz="quarter" idx="12"/>
          </p:nvPr>
        </p:nvSpPr>
        <p:spPr/>
        <p:txBody>
          <a:bodyPr/>
          <a:lstStyle/>
          <a:p>
            <a:pPr>
              <a:defRPr/>
            </a:pPr>
            <a:fld id="{BF87C649-A3EE-4FE5-888F-19EA2BB0589A}" type="slidenum">
              <a:rPr lang="en-GB" smtClean="0"/>
              <a:pPr>
                <a:defRPr/>
              </a:pPr>
              <a:t>‹#›</a:t>
            </a:fld>
            <a:endParaRPr lang="en-GB"/>
          </a:p>
        </p:txBody>
      </p:sp>
    </p:spTree>
    <p:extLst>
      <p:ext uri="{BB962C8B-B14F-4D97-AF65-F5344CB8AC3E}">
        <p14:creationId xmlns:p14="http://schemas.microsoft.com/office/powerpoint/2010/main" val="1169438075"/>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97130A46-2247-4CF6-9A48-41E4C83DC69C}" type="slidenum">
              <a:rPr lang="en-GB" smtClean="0"/>
              <a:pPr>
                <a:defRPr/>
              </a:pPr>
              <a:t>‹#›</a:t>
            </a:fld>
            <a:endParaRPr lang="en-GB"/>
          </a:p>
        </p:txBody>
      </p:sp>
    </p:spTree>
    <p:extLst>
      <p:ext uri="{BB962C8B-B14F-4D97-AF65-F5344CB8AC3E}">
        <p14:creationId xmlns:p14="http://schemas.microsoft.com/office/powerpoint/2010/main" val="2280355514"/>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GB"/>
          </a:p>
        </p:txBody>
      </p:sp>
      <p:sp>
        <p:nvSpPr>
          <p:cNvPr id="5" name="Footer Placeholder 4"/>
          <p:cNvSpPr>
            <a:spLocks noGrp="1"/>
          </p:cNvSpPr>
          <p:nvPr>
            <p:ph type="ftr" sz="quarter" idx="11"/>
          </p:nvPr>
        </p:nvSpPr>
        <p:spPr/>
        <p:txBody>
          <a:bodyPr/>
          <a:lstStyle/>
          <a:p>
            <a:pPr>
              <a:defRPr/>
            </a:pPr>
            <a:endParaRPr lang="en-GB"/>
          </a:p>
        </p:txBody>
      </p:sp>
      <p:sp>
        <p:nvSpPr>
          <p:cNvPr id="6" name="Slide Number Placeholder 5"/>
          <p:cNvSpPr>
            <a:spLocks noGrp="1"/>
          </p:cNvSpPr>
          <p:nvPr>
            <p:ph type="sldNum" sz="quarter" idx="12"/>
          </p:nvPr>
        </p:nvSpPr>
        <p:spPr/>
        <p:txBody>
          <a:bodyPr/>
          <a:lstStyle/>
          <a:p>
            <a:pPr>
              <a:defRPr/>
            </a:pPr>
            <a:fld id="{9E136584-6E75-487C-A9E6-1BA92C460911}" type="slidenum">
              <a:rPr lang="en-GB" smtClean="0"/>
              <a:pPr>
                <a:defRPr/>
              </a:pPr>
              <a:t>‹#›</a:t>
            </a:fld>
            <a:endParaRPr lang="en-GB"/>
          </a:p>
        </p:txBody>
      </p:sp>
    </p:spTree>
    <p:extLst>
      <p:ext uri="{BB962C8B-B14F-4D97-AF65-F5344CB8AC3E}">
        <p14:creationId xmlns:p14="http://schemas.microsoft.com/office/powerpoint/2010/main" val="133071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21" Type="http://schemas.openxmlformats.org/officeDocument/2006/relationships/image" Target="../media/image3.png"/><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image" Target="../media/image3.png"/><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theme" Target="../theme/theme3.xml"/><Relationship Id="rId2" Type="http://schemas.openxmlformats.org/officeDocument/2006/relationships/slideLayout" Target="../slideLayouts/slideLayout40.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image" Target="../media/image3.png"/><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theme" Target="../theme/theme4.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5.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6" Type="http://schemas.openxmlformats.org/officeDocument/2006/relationships/image" Target="../media/image3.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image" Target="../media/image1.png"/><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image" Target="../media/image5.png"/><Relationship Id="rId3" Type="http://schemas.openxmlformats.org/officeDocument/2006/relationships/slideLayout" Target="../slideLayouts/slideLayout75.xml"/><Relationship Id="rId7" Type="http://schemas.openxmlformats.org/officeDocument/2006/relationships/slideLayout" Target="../slideLayouts/slideLayout79.xml"/><Relationship Id="rId12" Type="http://schemas.openxmlformats.org/officeDocument/2006/relationships/theme" Target="../theme/theme6.xml"/><Relationship Id="rId2" Type="http://schemas.openxmlformats.org/officeDocument/2006/relationships/slideLayout" Target="../slideLayouts/slideLayout74.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5" Type="http://schemas.openxmlformats.org/officeDocument/2006/relationships/slideLayout" Target="../slideLayouts/slideLayout77.xml"/><Relationship Id="rId15" Type="http://schemas.openxmlformats.org/officeDocument/2006/relationships/image" Target="../media/image3.png"/><Relationship Id="rId10" Type="http://schemas.openxmlformats.org/officeDocument/2006/relationships/slideLayout" Target="../slideLayouts/slideLayout82.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91.xml"/><Relationship Id="rId13" Type="http://schemas.openxmlformats.org/officeDocument/2006/relationships/image" Target="../media/image6.png"/><Relationship Id="rId3" Type="http://schemas.openxmlformats.org/officeDocument/2006/relationships/slideLayout" Target="../slideLayouts/slideLayout86.xml"/><Relationship Id="rId7" Type="http://schemas.openxmlformats.org/officeDocument/2006/relationships/slideLayout" Target="../slideLayouts/slideLayout90.xml"/><Relationship Id="rId12" Type="http://schemas.openxmlformats.org/officeDocument/2006/relationships/theme" Target="../theme/theme7.xml"/><Relationship Id="rId2" Type="http://schemas.openxmlformats.org/officeDocument/2006/relationships/slideLayout" Target="../slideLayouts/slideLayout85.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5" Type="http://schemas.openxmlformats.org/officeDocument/2006/relationships/slideLayout" Target="../slideLayouts/slideLayout88.xml"/><Relationship Id="rId15" Type="http://schemas.openxmlformats.org/officeDocument/2006/relationships/image" Target="../media/image3.png"/><Relationship Id="rId10" Type="http://schemas.openxmlformats.org/officeDocument/2006/relationships/slideLayout" Target="../slideLayouts/slideLayout93.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image" Target="../media/image7.png"/><Relationship Id="rId3" Type="http://schemas.openxmlformats.org/officeDocument/2006/relationships/slideLayout" Target="../slideLayouts/slideLayout97.xml"/><Relationship Id="rId7" Type="http://schemas.openxmlformats.org/officeDocument/2006/relationships/slideLayout" Target="../slideLayouts/slideLayout101.xml"/><Relationship Id="rId12" Type="http://schemas.openxmlformats.org/officeDocument/2006/relationships/theme" Target="../theme/theme8.xml"/><Relationship Id="rId2" Type="http://schemas.openxmlformats.org/officeDocument/2006/relationships/slideLayout" Target="../slideLayouts/slideLayout96.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5" Type="http://schemas.openxmlformats.org/officeDocument/2006/relationships/slideLayout" Target="../slideLayouts/slideLayout99.xml"/><Relationship Id="rId10" Type="http://schemas.openxmlformats.org/officeDocument/2006/relationships/slideLayout" Target="../slideLayouts/slideLayout104.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image" Target="../media/image3.png"/></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13.xml"/><Relationship Id="rId13" Type="http://schemas.openxmlformats.org/officeDocument/2006/relationships/image" Target="../media/image8.png"/><Relationship Id="rId3" Type="http://schemas.openxmlformats.org/officeDocument/2006/relationships/slideLayout" Target="../slideLayouts/slideLayout108.xml"/><Relationship Id="rId7" Type="http://schemas.openxmlformats.org/officeDocument/2006/relationships/slideLayout" Target="../slideLayouts/slideLayout112.xml"/><Relationship Id="rId12" Type="http://schemas.openxmlformats.org/officeDocument/2006/relationships/theme" Target="../theme/theme9.xml"/><Relationship Id="rId2" Type="http://schemas.openxmlformats.org/officeDocument/2006/relationships/slideLayout" Target="../slideLayouts/slideLayout107.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5" Type="http://schemas.openxmlformats.org/officeDocument/2006/relationships/slideLayout" Target="../slideLayouts/slideLayout110.xml"/><Relationship Id="rId15" Type="http://schemas.openxmlformats.org/officeDocument/2006/relationships/image" Target="../media/image3.png"/><Relationship Id="rId10" Type="http://schemas.openxmlformats.org/officeDocument/2006/relationships/slideLayout" Target="../slideLayouts/slideLayout115.xml"/><Relationship Id="rId4" Type="http://schemas.openxmlformats.org/officeDocument/2006/relationships/slideLayout" Target="../slideLayouts/slideLayout109.xml"/><Relationship Id="rId9" Type="http://schemas.openxmlformats.org/officeDocument/2006/relationships/slideLayout" Target="../slideLayouts/slideLayout114.xml"/><Relationship Id="rId14" Type="http://schemas.openxmlformats.org/officeDocument/2006/relationships/image" Target="../media/image1.png"/></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4.xml"/><Relationship Id="rId13" Type="http://schemas.openxmlformats.org/officeDocument/2006/relationships/image" Target="../media/image9.png"/><Relationship Id="rId3" Type="http://schemas.openxmlformats.org/officeDocument/2006/relationships/slideLayout" Target="../slideLayouts/slideLayout119.xml"/><Relationship Id="rId7" Type="http://schemas.openxmlformats.org/officeDocument/2006/relationships/slideLayout" Target="../slideLayouts/slideLayout123.xml"/><Relationship Id="rId12" Type="http://schemas.openxmlformats.org/officeDocument/2006/relationships/theme" Target="../theme/theme10.xml"/><Relationship Id="rId2" Type="http://schemas.openxmlformats.org/officeDocument/2006/relationships/slideLayout" Target="../slideLayouts/slideLayout118.xml"/><Relationship Id="rId1" Type="http://schemas.openxmlformats.org/officeDocument/2006/relationships/slideLayout" Target="../slideLayouts/slideLayout117.xml"/><Relationship Id="rId6" Type="http://schemas.openxmlformats.org/officeDocument/2006/relationships/slideLayout" Target="../slideLayouts/slideLayout122.xml"/><Relationship Id="rId11" Type="http://schemas.openxmlformats.org/officeDocument/2006/relationships/slideLayout" Target="../slideLayouts/slideLayout127.xml"/><Relationship Id="rId5" Type="http://schemas.openxmlformats.org/officeDocument/2006/relationships/slideLayout" Target="../slideLayouts/slideLayout121.xml"/><Relationship Id="rId15" Type="http://schemas.openxmlformats.org/officeDocument/2006/relationships/image" Target="../media/image3.png"/><Relationship Id="rId10" Type="http://schemas.openxmlformats.org/officeDocument/2006/relationships/slideLayout" Target="../slideLayouts/slideLayout126.xml"/><Relationship Id="rId4" Type="http://schemas.openxmlformats.org/officeDocument/2006/relationships/slideLayout" Target="../slideLayouts/slideLayout120.xml"/><Relationship Id="rId9" Type="http://schemas.openxmlformats.org/officeDocument/2006/relationships/slideLayout" Target="../slideLayouts/slideLayout125.xml"/><Relationship Id="rId14" Type="http://schemas.openxmlformats.org/officeDocument/2006/relationships/image" Target="../media/image1.png"/></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35.xml"/><Relationship Id="rId13" Type="http://schemas.openxmlformats.org/officeDocument/2006/relationships/image" Target="../media/image10.png"/><Relationship Id="rId3" Type="http://schemas.openxmlformats.org/officeDocument/2006/relationships/slideLayout" Target="../slideLayouts/slideLayout130.xml"/><Relationship Id="rId7" Type="http://schemas.openxmlformats.org/officeDocument/2006/relationships/slideLayout" Target="../slideLayouts/slideLayout134.xml"/><Relationship Id="rId12" Type="http://schemas.openxmlformats.org/officeDocument/2006/relationships/theme" Target="../theme/theme11.xml"/><Relationship Id="rId2" Type="http://schemas.openxmlformats.org/officeDocument/2006/relationships/slideLayout" Target="../slideLayouts/slideLayout129.xml"/><Relationship Id="rId1" Type="http://schemas.openxmlformats.org/officeDocument/2006/relationships/slideLayout" Target="../slideLayouts/slideLayout128.xml"/><Relationship Id="rId6" Type="http://schemas.openxmlformats.org/officeDocument/2006/relationships/slideLayout" Target="../slideLayouts/slideLayout133.xml"/><Relationship Id="rId11" Type="http://schemas.openxmlformats.org/officeDocument/2006/relationships/slideLayout" Target="../slideLayouts/slideLayout138.xml"/><Relationship Id="rId5" Type="http://schemas.openxmlformats.org/officeDocument/2006/relationships/slideLayout" Target="../slideLayouts/slideLayout132.xml"/><Relationship Id="rId15" Type="http://schemas.openxmlformats.org/officeDocument/2006/relationships/image" Target="../media/image3.png"/><Relationship Id="rId10" Type="http://schemas.openxmlformats.org/officeDocument/2006/relationships/slideLayout" Target="../slideLayouts/slideLayout137.xml"/><Relationship Id="rId4" Type="http://schemas.openxmlformats.org/officeDocument/2006/relationships/slideLayout" Target="../slideLayouts/slideLayout131.xml"/><Relationship Id="rId9" Type="http://schemas.openxmlformats.org/officeDocument/2006/relationships/slideLayout" Target="../slideLayouts/slideLayout136.xml"/><Relationship Id="rId14" Type="http://schemas.openxmlformats.org/officeDocument/2006/relationships/image" Target="../media/image1.png"/></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46.xml"/><Relationship Id="rId13" Type="http://schemas.openxmlformats.org/officeDocument/2006/relationships/image" Target="../media/image11.png"/><Relationship Id="rId3" Type="http://schemas.openxmlformats.org/officeDocument/2006/relationships/slideLayout" Target="../slideLayouts/slideLayout141.xml"/><Relationship Id="rId7" Type="http://schemas.openxmlformats.org/officeDocument/2006/relationships/slideLayout" Target="../slideLayouts/slideLayout145.xml"/><Relationship Id="rId12" Type="http://schemas.openxmlformats.org/officeDocument/2006/relationships/theme" Target="../theme/theme12.xml"/><Relationship Id="rId2" Type="http://schemas.openxmlformats.org/officeDocument/2006/relationships/slideLayout" Target="../slideLayouts/slideLayout140.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5" Type="http://schemas.openxmlformats.org/officeDocument/2006/relationships/slideLayout" Target="../slideLayouts/slideLayout143.xml"/><Relationship Id="rId15" Type="http://schemas.openxmlformats.org/officeDocument/2006/relationships/image" Target="../media/image3.png"/><Relationship Id="rId10" Type="http://schemas.openxmlformats.org/officeDocument/2006/relationships/slideLayout" Target="../slideLayouts/slideLayout148.xml"/><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image" Target="../media/image1.png"/></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157.xml"/><Relationship Id="rId3" Type="http://schemas.openxmlformats.org/officeDocument/2006/relationships/slideLayout" Target="../slideLayouts/slideLayout152.xml"/><Relationship Id="rId7" Type="http://schemas.openxmlformats.org/officeDocument/2006/relationships/slideLayout" Target="../slideLayouts/slideLayout156.xml"/><Relationship Id="rId12" Type="http://schemas.openxmlformats.org/officeDocument/2006/relationships/theme" Target="../theme/theme13.xml"/><Relationship Id="rId2" Type="http://schemas.openxmlformats.org/officeDocument/2006/relationships/slideLayout" Target="../slideLayouts/slideLayout151.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1" Type="http://schemas.openxmlformats.org/officeDocument/2006/relationships/slideLayout" Target="../slideLayouts/slideLayout160.xml"/><Relationship Id="rId5" Type="http://schemas.openxmlformats.org/officeDocument/2006/relationships/slideLayout" Target="../slideLayouts/slideLayout154.xml"/><Relationship Id="rId10" Type="http://schemas.openxmlformats.org/officeDocument/2006/relationships/slideLayout" Target="../slideLayouts/slideLayout159.xml"/><Relationship Id="rId4" Type="http://schemas.openxmlformats.org/officeDocument/2006/relationships/slideLayout" Target="../slideLayouts/slideLayout153.xml"/><Relationship Id="rId9" Type="http://schemas.openxmlformats.org/officeDocument/2006/relationships/slideLayout" Target="../slideLayouts/slideLayout158.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168.xml"/><Relationship Id="rId13" Type="http://schemas.openxmlformats.org/officeDocument/2006/relationships/slideLayout" Target="../slideLayouts/slideLayout173.xml"/><Relationship Id="rId18" Type="http://schemas.openxmlformats.org/officeDocument/2006/relationships/slideLayout" Target="../slideLayouts/slideLayout178.xml"/><Relationship Id="rId3" Type="http://schemas.openxmlformats.org/officeDocument/2006/relationships/slideLayout" Target="../slideLayouts/slideLayout163.xml"/><Relationship Id="rId7" Type="http://schemas.openxmlformats.org/officeDocument/2006/relationships/slideLayout" Target="../slideLayouts/slideLayout167.xml"/><Relationship Id="rId12" Type="http://schemas.openxmlformats.org/officeDocument/2006/relationships/slideLayout" Target="../slideLayouts/slideLayout172.xml"/><Relationship Id="rId17" Type="http://schemas.openxmlformats.org/officeDocument/2006/relationships/slideLayout" Target="../slideLayouts/slideLayout177.xml"/><Relationship Id="rId2" Type="http://schemas.openxmlformats.org/officeDocument/2006/relationships/slideLayout" Target="../slideLayouts/slideLayout162.xml"/><Relationship Id="rId16" Type="http://schemas.openxmlformats.org/officeDocument/2006/relationships/slideLayout" Target="../slideLayouts/slideLayout176.xml"/><Relationship Id="rId1" Type="http://schemas.openxmlformats.org/officeDocument/2006/relationships/slideLayout" Target="../slideLayouts/slideLayout161.xml"/><Relationship Id="rId6" Type="http://schemas.openxmlformats.org/officeDocument/2006/relationships/slideLayout" Target="../slideLayouts/slideLayout166.xml"/><Relationship Id="rId11" Type="http://schemas.openxmlformats.org/officeDocument/2006/relationships/slideLayout" Target="../slideLayouts/slideLayout171.xml"/><Relationship Id="rId5" Type="http://schemas.openxmlformats.org/officeDocument/2006/relationships/slideLayout" Target="../slideLayouts/slideLayout165.xml"/><Relationship Id="rId15" Type="http://schemas.openxmlformats.org/officeDocument/2006/relationships/slideLayout" Target="../slideLayouts/slideLayout175.xml"/><Relationship Id="rId10" Type="http://schemas.openxmlformats.org/officeDocument/2006/relationships/slideLayout" Target="../slideLayouts/slideLayout170.xml"/><Relationship Id="rId19" Type="http://schemas.openxmlformats.org/officeDocument/2006/relationships/theme" Target="../theme/theme14.xml"/><Relationship Id="rId4" Type="http://schemas.openxmlformats.org/officeDocument/2006/relationships/slideLayout" Target="../slideLayouts/slideLayout164.xml"/><Relationship Id="rId9" Type="http://schemas.openxmlformats.org/officeDocument/2006/relationships/slideLayout" Target="../slideLayouts/slideLayout169.xml"/><Relationship Id="rId14" Type="http://schemas.openxmlformats.org/officeDocument/2006/relationships/slideLayout" Target="../slideLayouts/slideLayout174.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186.xml"/><Relationship Id="rId3" Type="http://schemas.openxmlformats.org/officeDocument/2006/relationships/slideLayout" Target="../slideLayouts/slideLayout181.xml"/><Relationship Id="rId7" Type="http://schemas.openxmlformats.org/officeDocument/2006/relationships/slideLayout" Target="../slideLayouts/slideLayout185.xml"/><Relationship Id="rId12" Type="http://schemas.openxmlformats.org/officeDocument/2006/relationships/theme" Target="../theme/theme15.xml"/><Relationship Id="rId2" Type="http://schemas.openxmlformats.org/officeDocument/2006/relationships/slideLayout" Target="../slideLayouts/slideLayout180.xml"/><Relationship Id="rId1" Type="http://schemas.openxmlformats.org/officeDocument/2006/relationships/slideLayout" Target="../slideLayouts/slideLayout179.xml"/><Relationship Id="rId6" Type="http://schemas.openxmlformats.org/officeDocument/2006/relationships/slideLayout" Target="../slideLayouts/slideLayout184.xml"/><Relationship Id="rId11" Type="http://schemas.openxmlformats.org/officeDocument/2006/relationships/slideLayout" Target="../slideLayouts/slideLayout189.xml"/><Relationship Id="rId5" Type="http://schemas.openxmlformats.org/officeDocument/2006/relationships/slideLayout" Target="../slideLayouts/slideLayout183.xml"/><Relationship Id="rId10" Type="http://schemas.openxmlformats.org/officeDocument/2006/relationships/slideLayout" Target="../slideLayouts/slideLayout188.xml"/><Relationship Id="rId4" Type="http://schemas.openxmlformats.org/officeDocument/2006/relationships/slideLayout" Target="../slideLayouts/slideLayout182.xml"/><Relationship Id="rId9" Type="http://schemas.openxmlformats.org/officeDocument/2006/relationships/slideLayout" Target="../slideLayouts/slideLayout18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95288" y="258763"/>
            <a:ext cx="8229600" cy="900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12643" name="Rectangle 3"/>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sp>
        <p:nvSpPr>
          <p:cNvPr id="112644" name="Rectangle 4"/>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12645" name="Rectangle 5"/>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3F686923-7FED-4BD1-85F8-02C8271F4BA3}" type="slidenum">
              <a:rPr lang="en-GB"/>
              <a:pPr>
                <a:defRPr/>
              </a:pPr>
              <a:t>‹#›</a:t>
            </a:fld>
            <a:endParaRPr lang="en-GB"/>
          </a:p>
        </p:txBody>
      </p:sp>
      <p:sp>
        <p:nvSpPr>
          <p:cNvPr id="1030" name="Rectangle 6"/>
          <p:cNvSpPr>
            <a:spLocks noGrp="1" noChangeArrowheads="1"/>
          </p:cNvSpPr>
          <p:nvPr>
            <p:ph type="body" idx="1"/>
          </p:nvPr>
        </p:nvSpPr>
        <p:spPr bwMode="auto">
          <a:xfrm>
            <a:off x="412750" y="2205038"/>
            <a:ext cx="8229600" cy="3598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031" name="Picture 7" descr="Inspiring tomorrows profs 400"/>
          <p:cNvPicPr>
            <a:picLocks noChangeAspect="1" noChangeArrowheads="1"/>
          </p:cNvPicPr>
          <p:nvPr/>
        </p:nvPicPr>
        <p:blipFill>
          <a:blip r:embed="rId21" cstate="print"/>
          <a:srcRect/>
          <a:stretch>
            <a:fillRect/>
          </a:stretch>
        </p:blipFill>
        <p:spPr bwMode="auto">
          <a:xfrm>
            <a:off x="0" y="5757863"/>
            <a:ext cx="3598863" cy="695325"/>
          </a:xfrm>
          <a:prstGeom prst="rect">
            <a:avLst/>
          </a:prstGeom>
          <a:noFill/>
          <a:ln w="9525">
            <a:noFill/>
            <a:miter lim="800000"/>
            <a:headEnd/>
            <a:tailEnd/>
          </a:ln>
        </p:spPr>
      </p:pic>
      <p:pic>
        <p:nvPicPr>
          <p:cNvPr id="1032" name="Picture 8" descr="UofH"/>
          <p:cNvPicPr>
            <a:picLocks noChangeAspect="1" noChangeArrowheads="1"/>
          </p:cNvPicPr>
          <p:nvPr/>
        </p:nvPicPr>
        <p:blipFill>
          <a:blip r:embed="rId22" cstate="print"/>
          <a:srcRect/>
          <a:stretch>
            <a:fillRect/>
          </a:stretch>
        </p:blipFill>
        <p:spPr bwMode="auto">
          <a:xfrm>
            <a:off x="7197725" y="358775"/>
            <a:ext cx="1485900" cy="8255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 id="2147483944" r:id="rId10"/>
    <p:sldLayoutId id="2147483945" r:id="rId11"/>
    <p:sldLayoutId id="2147484113" r:id="rId12"/>
    <p:sldLayoutId id="2147484114" r:id="rId13"/>
    <p:sldLayoutId id="2147484115" r:id="rId14"/>
    <p:sldLayoutId id="2147484116" r:id="rId15"/>
    <p:sldLayoutId id="2147484117" r:id="rId16"/>
    <p:sldLayoutId id="2147484118" r:id="rId17"/>
    <p:sldLayoutId id="2147484119" r:id="rId18"/>
    <p:sldLayoutId id="2147484120" r:id="rId19"/>
  </p:sldLayoutIdLst>
  <p:transition>
    <p:randomBar/>
  </p:transition>
  <p:txStyles>
    <p:titleStyle>
      <a:lvl1pPr algn="l" rtl="0" eaLnBrk="0" fontAlgn="base" hangingPunct="0">
        <a:spcBef>
          <a:spcPct val="0"/>
        </a:spcBef>
        <a:spcAft>
          <a:spcPct val="0"/>
        </a:spcAft>
        <a:defRPr sz="3100">
          <a:solidFill>
            <a:srgbClr val="003772"/>
          </a:solidFill>
          <a:latin typeface="+mj-lt"/>
          <a:ea typeface="+mj-ea"/>
          <a:cs typeface="+mj-cs"/>
        </a:defRPr>
      </a:lvl1pPr>
      <a:lvl2pPr algn="l" rtl="0" eaLnBrk="0" fontAlgn="base" hangingPunct="0">
        <a:spcBef>
          <a:spcPct val="0"/>
        </a:spcBef>
        <a:spcAft>
          <a:spcPct val="0"/>
        </a:spcAft>
        <a:defRPr sz="3100">
          <a:solidFill>
            <a:srgbClr val="003772"/>
          </a:solidFill>
          <a:latin typeface="Arial" charset="0"/>
        </a:defRPr>
      </a:lvl2pPr>
      <a:lvl3pPr algn="l" rtl="0" eaLnBrk="0" fontAlgn="base" hangingPunct="0">
        <a:spcBef>
          <a:spcPct val="0"/>
        </a:spcBef>
        <a:spcAft>
          <a:spcPct val="0"/>
        </a:spcAft>
        <a:defRPr sz="3100">
          <a:solidFill>
            <a:srgbClr val="003772"/>
          </a:solidFill>
          <a:latin typeface="Arial" charset="0"/>
        </a:defRPr>
      </a:lvl3pPr>
      <a:lvl4pPr algn="l" rtl="0" eaLnBrk="0" fontAlgn="base" hangingPunct="0">
        <a:spcBef>
          <a:spcPct val="0"/>
        </a:spcBef>
        <a:spcAft>
          <a:spcPct val="0"/>
        </a:spcAft>
        <a:defRPr sz="3100">
          <a:solidFill>
            <a:srgbClr val="003772"/>
          </a:solidFill>
          <a:latin typeface="Arial" charset="0"/>
        </a:defRPr>
      </a:lvl4pPr>
      <a:lvl5pPr algn="l" rtl="0" eaLnBrk="0" fontAlgn="base" hangingPunct="0">
        <a:spcBef>
          <a:spcPct val="0"/>
        </a:spcBef>
        <a:spcAft>
          <a:spcPct val="0"/>
        </a:spcAft>
        <a:defRPr sz="3100">
          <a:solidFill>
            <a:srgbClr val="003772"/>
          </a:solidFill>
          <a:latin typeface="Arial" charset="0"/>
        </a:defRPr>
      </a:lvl5pPr>
      <a:lvl6pPr marL="457200" algn="l" rtl="0" fontAlgn="base">
        <a:spcBef>
          <a:spcPct val="0"/>
        </a:spcBef>
        <a:spcAft>
          <a:spcPct val="0"/>
        </a:spcAft>
        <a:defRPr sz="3100">
          <a:solidFill>
            <a:srgbClr val="003772"/>
          </a:solidFill>
          <a:latin typeface="Arial" charset="0"/>
        </a:defRPr>
      </a:lvl6pPr>
      <a:lvl7pPr marL="914400" algn="l" rtl="0" fontAlgn="base">
        <a:spcBef>
          <a:spcPct val="0"/>
        </a:spcBef>
        <a:spcAft>
          <a:spcPct val="0"/>
        </a:spcAft>
        <a:defRPr sz="3100">
          <a:solidFill>
            <a:srgbClr val="003772"/>
          </a:solidFill>
          <a:latin typeface="Arial" charset="0"/>
        </a:defRPr>
      </a:lvl7pPr>
      <a:lvl8pPr marL="1371600" algn="l" rtl="0" fontAlgn="base">
        <a:spcBef>
          <a:spcPct val="0"/>
        </a:spcBef>
        <a:spcAft>
          <a:spcPct val="0"/>
        </a:spcAft>
        <a:defRPr sz="3100">
          <a:solidFill>
            <a:srgbClr val="003772"/>
          </a:solidFill>
          <a:latin typeface="Arial" charset="0"/>
        </a:defRPr>
      </a:lvl8pPr>
      <a:lvl9pPr marL="1828800" algn="l" rtl="0" fontAlgn="base">
        <a:spcBef>
          <a:spcPct val="0"/>
        </a:spcBef>
        <a:spcAft>
          <a:spcPct val="0"/>
        </a:spcAft>
        <a:defRPr sz="3100">
          <a:solidFill>
            <a:srgbClr val="003772"/>
          </a:solidFill>
          <a:latin typeface="Arial" charset="0"/>
        </a:defRPr>
      </a:lvl9pPr>
    </p:titleStyle>
    <p:bodyStyle>
      <a:lvl1pPr marL="342900" indent="-342900" algn="l" rtl="0" eaLnBrk="0" fontAlgn="base" hangingPunct="0">
        <a:spcBef>
          <a:spcPct val="20000"/>
        </a:spcBef>
        <a:spcAft>
          <a:spcPct val="0"/>
        </a:spcAft>
        <a:buChar char="•"/>
        <a:defRPr sz="2400">
          <a:solidFill>
            <a:srgbClr val="003772"/>
          </a:solidFill>
          <a:latin typeface="+mn-lt"/>
          <a:ea typeface="+mn-ea"/>
          <a:cs typeface="+mn-cs"/>
        </a:defRPr>
      </a:lvl1pPr>
      <a:lvl2pPr marL="742950" indent="-285750" algn="l" rtl="0" eaLnBrk="0" fontAlgn="base" hangingPunct="0">
        <a:spcBef>
          <a:spcPct val="20000"/>
        </a:spcBef>
        <a:spcAft>
          <a:spcPct val="0"/>
        </a:spcAft>
        <a:buChar char="–"/>
        <a:defRPr sz="2000">
          <a:solidFill>
            <a:srgbClr val="003772"/>
          </a:solidFill>
          <a:latin typeface="+mn-lt"/>
        </a:defRPr>
      </a:lvl2pPr>
      <a:lvl3pPr marL="1143000" indent="-228600" algn="l" rtl="0" eaLnBrk="0" fontAlgn="base" hangingPunct="0">
        <a:spcBef>
          <a:spcPct val="20000"/>
        </a:spcBef>
        <a:spcAft>
          <a:spcPct val="0"/>
        </a:spcAft>
        <a:buChar char="•"/>
        <a:defRPr>
          <a:solidFill>
            <a:srgbClr val="003772"/>
          </a:solidFill>
          <a:latin typeface="+mn-lt"/>
        </a:defRPr>
      </a:lvl3pPr>
      <a:lvl4pPr marL="1600200" indent="-228600" algn="l" rtl="0" eaLnBrk="0" fontAlgn="base" hangingPunct="0">
        <a:spcBef>
          <a:spcPct val="20000"/>
        </a:spcBef>
        <a:spcAft>
          <a:spcPct val="0"/>
        </a:spcAft>
        <a:buChar char="–"/>
        <a:defRPr sz="1600">
          <a:solidFill>
            <a:srgbClr val="003772"/>
          </a:solidFill>
          <a:latin typeface="+mn-lt"/>
        </a:defRPr>
      </a:lvl4pPr>
      <a:lvl5pPr marL="2057400" indent="-228600" algn="l" rtl="0" eaLnBrk="0" fontAlgn="base" hangingPunct="0">
        <a:spcBef>
          <a:spcPct val="20000"/>
        </a:spcBef>
        <a:spcAft>
          <a:spcPct val="0"/>
        </a:spcAft>
        <a:buChar char="»"/>
        <a:defRPr sz="1400">
          <a:solidFill>
            <a:srgbClr val="003772"/>
          </a:solidFill>
          <a:latin typeface="+mn-lt"/>
        </a:defRPr>
      </a:lvl5pPr>
      <a:lvl6pPr marL="2514600" indent="-228600" algn="l" rtl="0" fontAlgn="base">
        <a:spcBef>
          <a:spcPct val="20000"/>
        </a:spcBef>
        <a:spcAft>
          <a:spcPct val="0"/>
        </a:spcAft>
        <a:buChar char="»"/>
        <a:defRPr sz="1400">
          <a:solidFill>
            <a:srgbClr val="003772"/>
          </a:solidFill>
          <a:latin typeface="+mn-lt"/>
        </a:defRPr>
      </a:lvl6pPr>
      <a:lvl7pPr marL="2971800" indent="-228600" algn="l" rtl="0" fontAlgn="base">
        <a:spcBef>
          <a:spcPct val="20000"/>
        </a:spcBef>
        <a:spcAft>
          <a:spcPct val="0"/>
        </a:spcAft>
        <a:buChar char="»"/>
        <a:defRPr sz="1400">
          <a:solidFill>
            <a:srgbClr val="003772"/>
          </a:solidFill>
          <a:latin typeface="+mn-lt"/>
        </a:defRPr>
      </a:lvl7pPr>
      <a:lvl8pPr marL="3429000" indent="-228600" algn="l" rtl="0" fontAlgn="base">
        <a:spcBef>
          <a:spcPct val="20000"/>
        </a:spcBef>
        <a:spcAft>
          <a:spcPct val="0"/>
        </a:spcAft>
        <a:buChar char="»"/>
        <a:defRPr sz="1400">
          <a:solidFill>
            <a:srgbClr val="003772"/>
          </a:solidFill>
          <a:latin typeface="+mn-lt"/>
        </a:defRPr>
      </a:lvl8pPr>
      <a:lvl9pPr marL="3886200" indent="-228600" algn="l" rtl="0" fontAlgn="base">
        <a:spcBef>
          <a:spcPct val="20000"/>
        </a:spcBef>
        <a:spcAft>
          <a:spcPct val="0"/>
        </a:spcAft>
        <a:buChar char="»"/>
        <a:defRPr sz="1400">
          <a:solidFill>
            <a:srgbClr val="00377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2051"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469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sp>
        <p:nvSpPr>
          <p:cNvPr id="11469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1469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129FC1B2-6329-4F90-AB3B-20E852141715}" type="slidenum">
              <a:rPr lang="en-GB"/>
              <a:pPr>
                <a:defRPr/>
              </a:pPr>
              <a:t>‹#›</a:t>
            </a:fld>
            <a:endParaRPr lang="en-GB"/>
          </a:p>
        </p:txBody>
      </p:sp>
      <p:pic>
        <p:nvPicPr>
          <p:cNvPr id="2055" name="Picture 7" descr="UofH wo"/>
          <p:cNvPicPr>
            <a:picLocks noChangeAspect="1" noChangeArrowheads="1"/>
          </p:cNvPicPr>
          <p:nvPr/>
        </p:nvPicPr>
        <p:blipFill>
          <a:blip r:embed="rId21" cstate="print"/>
          <a:srcRect/>
          <a:stretch>
            <a:fillRect/>
          </a:stretch>
        </p:blipFill>
        <p:spPr bwMode="auto">
          <a:xfrm>
            <a:off x="7197725" y="358775"/>
            <a:ext cx="1485900" cy="823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64"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54" r:id="rId10"/>
    <p:sldLayoutId id="2147483955" r:id="rId11"/>
    <p:sldLayoutId id="2147484105" r:id="rId12"/>
    <p:sldLayoutId id="2147484106" r:id="rId13"/>
    <p:sldLayoutId id="2147484107" r:id="rId14"/>
    <p:sldLayoutId id="2147484108" r:id="rId15"/>
    <p:sldLayoutId id="2147484109" r:id="rId16"/>
    <p:sldLayoutId id="2147484110" r:id="rId17"/>
    <p:sldLayoutId id="2147484111" r:id="rId18"/>
    <p:sldLayoutId id="2147484112" r:id="rId19"/>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3075"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674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sp>
        <p:nvSpPr>
          <p:cNvPr id="11674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1674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3514D2F4-E274-4173-AFAF-9E10DDBA0ABA}" type="slidenum">
              <a:rPr lang="en-GB"/>
              <a:pPr>
                <a:defRPr/>
              </a:pPr>
              <a:t>‹#›</a:t>
            </a:fld>
            <a:endParaRPr lang="en-GB"/>
          </a:p>
        </p:txBody>
      </p:sp>
      <p:pic>
        <p:nvPicPr>
          <p:cNvPr id="3079" name="Picture 7" descr="UofH wo"/>
          <p:cNvPicPr>
            <a:picLocks noChangeAspect="1" noChangeArrowheads="1"/>
          </p:cNvPicPr>
          <p:nvPr/>
        </p:nvPicPr>
        <p:blipFill>
          <a:blip r:embed="rId13" cstate="print"/>
          <a:srcRect/>
          <a:stretch>
            <a:fillRect/>
          </a:stretch>
        </p:blipFill>
        <p:spPr bwMode="auto">
          <a:xfrm>
            <a:off x="7197725" y="358775"/>
            <a:ext cx="1485900" cy="823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6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8786" name="Rectangle 2"/>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1700236C-0D2B-49D1-B7FB-5D5BF06D8EF8}" type="slidenum">
              <a:rPr lang="en-GB"/>
              <a:pPr>
                <a:defRPr/>
              </a:pPr>
              <a:t>‹#›</a:t>
            </a:fld>
            <a:endParaRPr lang="en-GB"/>
          </a:p>
        </p:txBody>
      </p:sp>
      <p:sp>
        <p:nvSpPr>
          <p:cNvPr id="4099" name="Rectangle 3"/>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4100" name="Rectangle 4"/>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11878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18790" name="Rectangle 6"/>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pic>
        <p:nvPicPr>
          <p:cNvPr id="4103" name="Picture 7" descr="UofH wo"/>
          <p:cNvPicPr>
            <a:picLocks noChangeAspect="1" noChangeArrowheads="1"/>
          </p:cNvPicPr>
          <p:nvPr/>
        </p:nvPicPr>
        <p:blipFill>
          <a:blip r:embed="rId13" cstate="print"/>
          <a:srcRect/>
          <a:stretch>
            <a:fillRect/>
          </a:stretch>
        </p:blipFill>
        <p:spPr bwMode="auto">
          <a:xfrm>
            <a:off x="7197725" y="358775"/>
            <a:ext cx="1485900" cy="823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66" r:id="rId1"/>
    <p:sldLayoutId id="2147483966" r:id="rId2"/>
    <p:sldLayoutId id="2147483967" r:id="rId3"/>
    <p:sldLayoutId id="2147483968" r:id="rId4"/>
    <p:sldLayoutId id="2147483969" r:id="rId5"/>
    <p:sldLayoutId id="2147483970" r:id="rId6"/>
    <p:sldLayoutId id="2147483971" r:id="rId7"/>
    <p:sldLayoutId id="2147483972" r:id="rId8"/>
    <p:sldLayoutId id="2147483973" r:id="rId9"/>
    <p:sldLayoutId id="2147483974" r:id="rId10"/>
    <p:sldLayoutId id="2147483975" r:id="rId11"/>
  </p:sldLayoutIdLst>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Arial" charset="0"/>
        </a:defRPr>
      </a:lvl2pPr>
      <a:lvl3pPr algn="ctr" rtl="0" eaLnBrk="0" fontAlgn="base" hangingPunct="0">
        <a:spcBef>
          <a:spcPct val="0"/>
        </a:spcBef>
        <a:spcAft>
          <a:spcPct val="0"/>
        </a:spcAft>
        <a:defRPr sz="4400">
          <a:solidFill>
            <a:schemeClr val="tx1"/>
          </a:solidFill>
          <a:latin typeface="Arial" charset="0"/>
        </a:defRPr>
      </a:lvl3pPr>
      <a:lvl4pPr algn="ctr" rtl="0" eaLnBrk="0" fontAlgn="base" hangingPunct="0">
        <a:spcBef>
          <a:spcPct val="0"/>
        </a:spcBef>
        <a:spcAft>
          <a:spcPct val="0"/>
        </a:spcAft>
        <a:defRPr sz="4400">
          <a:solidFill>
            <a:schemeClr val="tx1"/>
          </a:solidFill>
          <a:latin typeface="Arial" charset="0"/>
        </a:defRPr>
      </a:lvl4pPr>
      <a:lvl5pPr algn="ctr" rtl="0" eaLnBrk="0" fontAlgn="base" hangingPunct="0">
        <a:spcBef>
          <a:spcPct val="0"/>
        </a:spcBef>
        <a:spcAft>
          <a:spcPct val="0"/>
        </a:spcAft>
        <a:defRPr sz="4400">
          <a:solidFill>
            <a:schemeClr val="tx1"/>
          </a:solidFill>
          <a:latin typeface="Arial" charset="0"/>
        </a:defRPr>
      </a:lvl5pPr>
      <a:lvl6pPr marL="457200" algn="ctr" rtl="0" fontAlgn="base">
        <a:spcBef>
          <a:spcPct val="0"/>
        </a:spcBef>
        <a:spcAft>
          <a:spcPct val="0"/>
        </a:spcAft>
        <a:defRPr sz="4400">
          <a:solidFill>
            <a:schemeClr val="tx1"/>
          </a:solidFill>
          <a:latin typeface="Arial" charset="0"/>
        </a:defRPr>
      </a:lvl6pPr>
      <a:lvl7pPr marL="914400" algn="ctr" rtl="0" fontAlgn="base">
        <a:spcBef>
          <a:spcPct val="0"/>
        </a:spcBef>
        <a:spcAft>
          <a:spcPct val="0"/>
        </a:spcAft>
        <a:defRPr sz="4400">
          <a:solidFill>
            <a:schemeClr val="tx1"/>
          </a:solidFill>
          <a:latin typeface="Arial" charset="0"/>
        </a:defRPr>
      </a:lvl7pPr>
      <a:lvl8pPr marL="1371600" algn="ctr" rtl="0" fontAlgn="base">
        <a:spcBef>
          <a:spcPct val="0"/>
        </a:spcBef>
        <a:spcAft>
          <a:spcPct val="0"/>
        </a:spcAft>
        <a:defRPr sz="4400">
          <a:solidFill>
            <a:schemeClr val="tx1"/>
          </a:solidFill>
          <a:latin typeface="Arial" charset="0"/>
        </a:defRPr>
      </a:lvl8pPr>
      <a:lvl9pPr marL="1828800" algn="ctr" rtl="0" fontAlgn="base">
        <a:spcBef>
          <a:spcPct val="0"/>
        </a:spcBef>
        <a:spcAft>
          <a:spcPct val="0"/>
        </a:spcAft>
        <a:defRPr sz="4400">
          <a:solidFill>
            <a:schemeClr val="tx1"/>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descr="pms2725 equiv"/>
          <p:cNvPicPr>
            <a:picLocks noChangeAspect="1" noChangeArrowheads="1"/>
          </p:cNvPicPr>
          <p:nvPr/>
        </p:nvPicPr>
        <p:blipFill>
          <a:blip r:embed="rId14" cstate="print"/>
          <a:srcRect/>
          <a:stretch>
            <a:fillRect/>
          </a:stretch>
        </p:blipFill>
        <p:spPr bwMode="auto">
          <a:xfrm>
            <a:off x="0" y="0"/>
            <a:ext cx="9140825" cy="1755775"/>
          </a:xfrm>
          <a:prstGeom prst="rect">
            <a:avLst/>
          </a:prstGeom>
          <a:noFill/>
          <a:ln w="9525">
            <a:noFill/>
            <a:miter lim="800000"/>
            <a:headEnd/>
            <a:tailEnd/>
          </a:ln>
        </p:spPr>
      </p:pic>
      <p:sp>
        <p:nvSpPr>
          <p:cNvPr id="5123" name="Rectangle 3"/>
          <p:cNvSpPr>
            <a:spLocks noGrp="1" noChangeArrowheads="1"/>
          </p:cNvSpPr>
          <p:nvPr>
            <p:ph type="title"/>
          </p:nvPr>
        </p:nvSpPr>
        <p:spPr bwMode="auto">
          <a:xfrm>
            <a:off x="395288" y="258763"/>
            <a:ext cx="8229600" cy="900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2083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sp>
        <p:nvSpPr>
          <p:cNvPr id="12083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2083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BDD84FE0-0711-488E-AF2B-D71D7BCC7672}" type="slidenum">
              <a:rPr lang="en-GB"/>
              <a:pPr>
                <a:defRPr/>
              </a:pPr>
              <a:t>‹#›</a:t>
            </a:fld>
            <a:endParaRPr lang="en-GB"/>
          </a:p>
        </p:txBody>
      </p:sp>
      <p:sp>
        <p:nvSpPr>
          <p:cNvPr id="5127" name="Rectangle 7"/>
          <p:cNvSpPr>
            <a:spLocks noGrp="1" noChangeArrowheads="1"/>
          </p:cNvSpPr>
          <p:nvPr>
            <p:ph type="body" idx="1"/>
          </p:nvPr>
        </p:nvSpPr>
        <p:spPr bwMode="auto">
          <a:xfrm>
            <a:off x="412750" y="2205038"/>
            <a:ext cx="8229600" cy="3598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5128" name="Picture 8" descr="Inspiring tomorrows profs 400"/>
          <p:cNvPicPr>
            <a:picLocks noChangeAspect="1" noChangeArrowheads="1"/>
          </p:cNvPicPr>
          <p:nvPr/>
        </p:nvPicPr>
        <p:blipFill>
          <a:blip r:embed="rId15" cstate="print"/>
          <a:srcRect/>
          <a:stretch>
            <a:fillRect/>
          </a:stretch>
        </p:blipFill>
        <p:spPr bwMode="auto">
          <a:xfrm>
            <a:off x="0" y="5757863"/>
            <a:ext cx="3598863" cy="695325"/>
          </a:xfrm>
          <a:prstGeom prst="rect">
            <a:avLst/>
          </a:prstGeom>
          <a:noFill/>
          <a:ln w="9525">
            <a:noFill/>
            <a:miter lim="800000"/>
            <a:headEnd/>
            <a:tailEnd/>
          </a:ln>
        </p:spPr>
      </p:pic>
      <p:pic>
        <p:nvPicPr>
          <p:cNvPr id="5129" name="Picture 9" descr="UofH wo"/>
          <p:cNvPicPr>
            <a:picLocks noChangeAspect="1" noChangeArrowheads="1"/>
          </p:cNvPicPr>
          <p:nvPr/>
        </p:nvPicPr>
        <p:blipFill>
          <a:blip r:embed="rId16" cstate="print"/>
          <a:srcRect/>
          <a:stretch>
            <a:fillRect/>
          </a:stretch>
        </p:blipFill>
        <p:spPr bwMode="auto">
          <a:xfrm>
            <a:off x="7197725" y="358775"/>
            <a:ext cx="1485900" cy="823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76" r:id="rId1"/>
    <p:sldLayoutId id="2147483977" r:id="rId2"/>
    <p:sldLayoutId id="2147483978" r:id="rId3"/>
    <p:sldLayoutId id="2147483979" r:id="rId4"/>
    <p:sldLayoutId id="2147483980" r:id="rId5"/>
    <p:sldLayoutId id="2147483981" r:id="rId6"/>
    <p:sldLayoutId id="2147483982" r:id="rId7"/>
    <p:sldLayoutId id="2147483983" r:id="rId8"/>
    <p:sldLayoutId id="2147483984" r:id="rId9"/>
    <p:sldLayoutId id="2147483985" r:id="rId10"/>
    <p:sldLayoutId id="2147483986" r:id="rId11"/>
    <p:sldLayoutId id="2147484067" r:id="rId12"/>
  </p:sldLayoutIdLst>
  <p:txStyles>
    <p:titleStyle>
      <a:lvl1pPr algn="l" rtl="0" eaLnBrk="0" fontAlgn="base" hangingPunct="0">
        <a:spcBef>
          <a:spcPct val="0"/>
        </a:spcBef>
        <a:spcAft>
          <a:spcPct val="0"/>
        </a:spcAft>
        <a:defRPr sz="3100">
          <a:solidFill>
            <a:schemeClr val="bg1"/>
          </a:solidFill>
          <a:latin typeface="+mj-lt"/>
          <a:ea typeface="+mj-ea"/>
          <a:cs typeface="+mj-cs"/>
        </a:defRPr>
      </a:lvl1pPr>
      <a:lvl2pPr algn="l" rtl="0" eaLnBrk="0" fontAlgn="base" hangingPunct="0">
        <a:spcBef>
          <a:spcPct val="0"/>
        </a:spcBef>
        <a:spcAft>
          <a:spcPct val="0"/>
        </a:spcAft>
        <a:defRPr sz="3100">
          <a:solidFill>
            <a:schemeClr val="bg1"/>
          </a:solidFill>
          <a:latin typeface="Arial" charset="0"/>
        </a:defRPr>
      </a:lvl2pPr>
      <a:lvl3pPr algn="l" rtl="0" eaLnBrk="0" fontAlgn="base" hangingPunct="0">
        <a:spcBef>
          <a:spcPct val="0"/>
        </a:spcBef>
        <a:spcAft>
          <a:spcPct val="0"/>
        </a:spcAft>
        <a:defRPr sz="3100">
          <a:solidFill>
            <a:schemeClr val="bg1"/>
          </a:solidFill>
          <a:latin typeface="Arial" charset="0"/>
        </a:defRPr>
      </a:lvl3pPr>
      <a:lvl4pPr algn="l" rtl="0" eaLnBrk="0" fontAlgn="base" hangingPunct="0">
        <a:spcBef>
          <a:spcPct val="0"/>
        </a:spcBef>
        <a:spcAft>
          <a:spcPct val="0"/>
        </a:spcAft>
        <a:defRPr sz="3100">
          <a:solidFill>
            <a:schemeClr val="bg1"/>
          </a:solidFill>
          <a:latin typeface="Arial" charset="0"/>
        </a:defRPr>
      </a:lvl4pPr>
      <a:lvl5pPr algn="l" rtl="0" eaLnBrk="0" fontAlgn="base" hangingPunct="0">
        <a:spcBef>
          <a:spcPct val="0"/>
        </a:spcBef>
        <a:spcAft>
          <a:spcPct val="0"/>
        </a:spcAft>
        <a:defRPr sz="3100">
          <a:solidFill>
            <a:schemeClr val="bg1"/>
          </a:solidFill>
          <a:latin typeface="Arial" charset="0"/>
        </a:defRPr>
      </a:lvl5pPr>
      <a:lvl6pPr marL="457200" algn="l" rtl="0" fontAlgn="base">
        <a:spcBef>
          <a:spcPct val="0"/>
        </a:spcBef>
        <a:spcAft>
          <a:spcPct val="0"/>
        </a:spcAft>
        <a:defRPr sz="3100">
          <a:solidFill>
            <a:schemeClr val="bg1"/>
          </a:solidFill>
          <a:latin typeface="Arial" charset="0"/>
        </a:defRPr>
      </a:lvl6pPr>
      <a:lvl7pPr marL="914400" algn="l" rtl="0" fontAlgn="base">
        <a:spcBef>
          <a:spcPct val="0"/>
        </a:spcBef>
        <a:spcAft>
          <a:spcPct val="0"/>
        </a:spcAft>
        <a:defRPr sz="3100">
          <a:solidFill>
            <a:schemeClr val="bg1"/>
          </a:solidFill>
          <a:latin typeface="Arial" charset="0"/>
        </a:defRPr>
      </a:lvl7pPr>
      <a:lvl8pPr marL="1371600" algn="l" rtl="0" fontAlgn="base">
        <a:spcBef>
          <a:spcPct val="0"/>
        </a:spcBef>
        <a:spcAft>
          <a:spcPct val="0"/>
        </a:spcAft>
        <a:defRPr sz="3100">
          <a:solidFill>
            <a:schemeClr val="bg1"/>
          </a:solidFill>
          <a:latin typeface="Arial" charset="0"/>
        </a:defRPr>
      </a:lvl8pPr>
      <a:lvl9pPr marL="1828800" algn="l" rtl="0" fontAlgn="base">
        <a:spcBef>
          <a:spcPct val="0"/>
        </a:spcBef>
        <a:spcAft>
          <a:spcPct val="0"/>
        </a:spcAft>
        <a:defRPr sz="3100">
          <a:solidFill>
            <a:schemeClr val="bg1"/>
          </a:solidFill>
          <a:latin typeface="Arial" charset="0"/>
        </a:defRPr>
      </a:lvl9pPr>
    </p:titleStyle>
    <p:bodyStyle>
      <a:lvl1pPr marL="342900" indent="-342900" algn="l" rtl="0" eaLnBrk="0" fontAlgn="base" hangingPunct="0">
        <a:spcBef>
          <a:spcPct val="20000"/>
        </a:spcBef>
        <a:spcAft>
          <a:spcPct val="0"/>
        </a:spcAft>
        <a:buChar char="•"/>
        <a:defRPr sz="2400">
          <a:solidFill>
            <a:srgbClr val="003772"/>
          </a:solidFill>
          <a:latin typeface="+mn-lt"/>
          <a:ea typeface="+mn-ea"/>
          <a:cs typeface="+mn-cs"/>
        </a:defRPr>
      </a:lvl1pPr>
      <a:lvl2pPr marL="742950" indent="-285750" algn="l" rtl="0" eaLnBrk="0" fontAlgn="base" hangingPunct="0">
        <a:spcBef>
          <a:spcPct val="20000"/>
        </a:spcBef>
        <a:spcAft>
          <a:spcPct val="0"/>
        </a:spcAft>
        <a:buChar char="–"/>
        <a:defRPr sz="2000">
          <a:solidFill>
            <a:srgbClr val="003772"/>
          </a:solidFill>
          <a:latin typeface="+mn-lt"/>
        </a:defRPr>
      </a:lvl2pPr>
      <a:lvl3pPr marL="1143000" indent="-228600" algn="l" rtl="0" eaLnBrk="0" fontAlgn="base" hangingPunct="0">
        <a:spcBef>
          <a:spcPct val="20000"/>
        </a:spcBef>
        <a:spcAft>
          <a:spcPct val="0"/>
        </a:spcAft>
        <a:buChar char="•"/>
        <a:defRPr>
          <a:solidFill>
            <a:srgbClr val="003772"/>
          </a:solidFill>
          <a:latin typeface="+mn-lt"/>
        </a:defRPr>
      </a:lvl3pPr>
      <a:lvl4pPr marL="1600200" indent="-228600" algn="l" rtl="0" eaLnBrk="0" fontAlgn="base" hangingPunct="0">
        <a:spcBef>
          <a:spcPct val="20000"/>
        </a:spcBef>
        <a:spcAft>
          <a:spcPct val="0"/>
        </a:spcAft>
        <a:buChar char="–"/>
        <a:defRPr sz="1600">
          <a:solidFill>
            <a:srgbClr val="003772"/>
          </a:solidFill>
          <a:latin typeface="+mn-lt"/>
        </a:defRPr>
      </a:lvl4pPr>
      <a:lvl5pPr marL="2057400" indent="-228600" algn="l" rtl="0" eaLnBrk="0" fontAlgn="base" hangingPunct="0">
        <a:spcBef>
          <a:spcPct val="20000"/>
        </a:spcBef>
        <a:spcAft>
          <a:spcPct val="0"/>
        </a:spcAft>
        <a:buChar char="»"/>
        <a:defRPr sz="1400">
          <a:solidFill>
            <a:srgbClr val="003772"/>
          </a:solidFill>
          <a:latin typeface="+mn-lt"/>
        </a:defRPr>
      </a:lvl5pPr>
      <a:lvl6pPr marL="2514600" indent="-228600" algn="l" rtl="0" fontAlgn="base">
        <a:spcBef>
          <a:spcPct val="20000"/>
        </a:spcBef>
        <a:spcAft>
          <a:spcPct val="0"/>
        </a:spcAft>
        <a:buChar char="»"/>
        <a:defRPr sz="1400">
          <a:solidFill>
            <a:srgbClr val="003772"/>
          </a:solidFill>
          <a:latin typeface="+mn-lt"/>
        </a:defRPr>
      </a:lvl6pPr>
      <a:lvl7pPr marL="2971800" indent="-228600" algn="l" rtl="0" fontAlgn="base">
        <a:spcBef>
          <a:spcPct val="20000"/>
        </a:spcBef>
        <a:spcAft>
          <a:spcPct val="0"/>
        </a:spcAft>
        <a:buChar char="»"/>
        <a:defRPr sz="1400">
          <a:solidFill>
            <a:srgbClr val="003772"/>
          </a:solidFill>
          <a:latin typeface="+mn-lt"/>
        </a:defRPr>
      </a:lvl7pPr>
      <a:lvl8pPr marL="3429000" indent="-228600" algn="l" rtl="0" fontAlgn="base">
        <a:spcBef>
          <a:spcPct val="20000"/>
        </a:spcBef>
        <a:spcAft>
          <a:spcPct val="0"/>
        </a:spcAft>
        <a:buChar char="»"/>
        <a:defRPr sz="1400">
          <a:solidFill>
            <a:srgbClr val="003772"/>
          </a:solidFill>
          <a:latin typeface="+mn-lt"/>
        </a:defRPr>
      </a:lvl8pPr>
      <a:lvl9pPr marL="3886200" indent="-228600" algn="l" rtl="0" fontAlgn="base">
        <a:spcBef>
          <a:spcPct val="20000"/>
        </a:spcBef>
        <a:spcAft>
          <a:spcPct val="0"/>
        </a:spcAft>
        <a:buChar char="»"/>
        <a:defRPr sz="1400">
          <a:solidFill>
            <a:srgbClr val="00377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Picture 2" descr="pms410 equiv"/>
          <p:cNvPicPr>
            <a:picLocks noChangeAspect="1" noChangeArrowheads="1"/>
          </p:cNvPicPr>
          <p:nvPr/>
        </p:nvPicPr>
        <p:blipFill>
          <a:blip r:embed="rId13" cstate="print"/>
          <a:srcRect/>
          <a:stretch>
            <a:fillRect/>
          </a:stretch>
        </p:blipFill>
        <p:spPr bwMode="auto">
          <a:xfrm>
            <a:off x="0" y="0"/>
            <a:ext cx="9140825" cy="1755775"/>
          </a:xfrm>
          <a:prstGeom prst="rect">
            <a:avLst/>
          </a:prstGeom>
          <a:noFill/>
          <a:ln w="9525">
            <a:noFill/>
            <a:miter lim="800000"/>
            <a:headEnd/>
            <a:tailEnd/>
          </a:ln>
        </p:spPr>
      </p:pic>
      <p:sp>
        <p:nvSpPr>
          <p:cNvPr id="6147" name="Rectangle 3"/>
          <p:cNvSpPr>
            <a:spLocks noGrp="1" noChangeArrowheads="1"/>
          </p:cNvSpPr>
          <p:nvPr>
            <p:ph type="title"/>
          </p:nvPr>
        </p:nvSpPr>
        <p:spPr bwMode="auto">
          <a:xfrm>
            <a:off x="395288" y="258763"/>
            <a:ext cx="8229600" cy="900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2186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sp>
        <p:nvSpPr>
          <p:cNvPr id="12186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2186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8C6D357F-A47A-4F2C-A4ED-96B131CAEC99}" type="slidenum">
              <a:rPr lang="en-GB"/>
              <a:pPr>
                <a:defRPr/>
              </a:pPr>
              <a:t>‹#›</a:t>
            </a:fld>
            <a:endParaRPr lang="en-GB"/>
          </a:p>
        </p:txBody>
      </p:sp>
      <p:sp>
        <p:nvSpPr>
          <p:cNvPr id="6151" name="Rectangle 7"/>
          <p:cNvSpPr>
            <a:spLocks noGrp="1" noChangeArrowheads="1"/>
          </p:cNvSpPr>
          <p:nvPr>
            <p:ph type="body" idx="1"/>
          </p:nvPr>
        </p:nvSpPr>
        <p:spPr bwMode="auto">
          <a:xfrm>
            <a:off x="412750" y="2205038"/>
            <a:ext cx="8229600" cy="3598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6152" name="Picture 8" descr="Inspiring tomorrows profs 400"/>
          <p:cNvPicPr>
            <a:picLocks noChangeAspect="1" noChangeArrowheads="1"/>
          </p:cNvPicPr>
          <p:nvPr/>
        </p:nvPicPr>
        <p:blipFill>
          <a:blip r:embed="rId14" cstate="print"/>
          <a:srcRect/>
          <a:stretch>
            <a:fillRect/>
          </a:stretch>
        </p:blipFill>
        <p:spPr bwMode="auto">
          <a:xfrm>
            <a:off x="0" y="5757863"/>
            <a:ext cx="3598863" cy="695325"/>
          </a:xfrm>
          <a:prstGeom prst="rect">
            <a:avLst/>
          </a:prstGeom>
          <a:noFill/>
          <a:ln w="9525">
            <a:noFill/>
            <a:miter lim="800000"/>
            <a:headEnd/>
            <a:tailEnd/>
          </a:ln>
        </p:spPr>
      </p:pic>
      <p:pic>
        <p:nvPicPr>
          <p:cNvPr id="6153" name="Picture 9" descr="UofH wo"/>
          <p:cNvPicPr>
            <a:picLocks noChangeAspect="1" noChangeArrowheads="1"/>
          </p:cNvPicPr>
          <p:nvPr/>
        </p:nvPicPr>
        <p:blipFill>
          <a:blip r:embed="rId15" cstate="print"/>
          <a:srcRect/>
          <a:stretch>
            <a:fillRect/>
          </a:stretch>
        </p:blipFill>
        <p:spPr bwMode="auto">
          <a:xfrm>
            <a:off x="7197725" y="358775"/>
            <a:ext cx="1485900" cy="823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87" r:id="rId1"/>
    <p:sldLayoutId id="2147483988" r:id="rId2"/>
    <p:sldLayoutId id="2147483989" r:id="rId3"/>
    <p:sldLayoutId id="2147483990" r:id="rId4"/>
    <p:sldLayoutId id="2147483991" r:id="rId5"/>
    <p:sldLayoutId id="2147483992" r:id="rId6"/>
    <p:sldLayoutId id="2147483993" r:id="rId7"/>
    <p:sldLayoutId id="2147483994" r:id="rId8"/>
    <p:sldLayoutId id="2147483995" r:id="rId9"/>
    <p:sldLayoutId id="2147483996" r:id="rId10"/>
    <p:sldLayoutId id="2147483997" r:id="rId11"/>
  </p:sldLayoutIdLst>
  <p:txStyles>
    <p:titleStyle>
      <a:lvl1pPr algn="l" rtl="0" eaLnBrk="0" fontAlgn="base" hangingPunct="0">
        <a:spcBef>
          <a:spcPct val="0"/>
        </a:spcBef>
        <a:spcAft>
          <a:spcPct val="0"/>
        </a:spcAft>
        <a:defRPr sz="3100">
          <a:solidFill>
            <a:schemeClr val="bg1"/>
          </a:solidFill>
          <a:latin typeface="+mj-lt"/>
          <a:ea typeface="+mj-ea"/>
          <a:cs typeface="+mj-cs"/>
        </a:defRPr>
      </a:lvl1pPr>
      <a:lvl2pPr algn="l" rtl="0" eaLnBrk="0" fontAlgn="base" hangingPunct="0">
        <a:spcBef>
          <a:spcPct val="0"/>
        </a:spcBef>
        <a:spcAft>
          <a:spcPct val="0"/>
        </a:spcAft>
        <a:defRPr sz="3100">
          <a:solidFill>
            <a:schemeClr val="bg1"/>
          </a:solidFill>
          <a:latin typeface="Arial" charset="0"/>
        </a:defRPr>
      </a:lvl2pPr>
      <a:lvl3pPr algn="l" rtl="0" eaLnBrk="0" fontAlgn="base" hangingPunct="0">
        <a:spcBef>
          <a:spcPct val="0"/>
        </a:spcBef>
        <a:spcAft>
          <a:spcPct val="0"/>
        </a:spcAft>
        <a:defRPr sz="3100">
          <a:solidFill>
            <a:schemeClr val="bg1"/>
          </a:solidFill>
          <a:latin typeface="Arial" charset="0"/>
        </a:defRPr>
      </a:lvl3pPr>
      <a:lvl4pPr algn="l" rtl="0" eaLnBrk="0" fontAlgn="base" hangingPunct="0">
        <a:spcBef>
          <a:spcPct val="0"/>
        </a:spcBef>
        <a:spcAft>
          <a:spcPct val="0"/>
        </a:spcAft>
        <a:defRPr sz="3100">
          <a:solidFill>
            <a:schemeClr val="bg1"/>
          </a:solidFill>
          <a:latin typeface="Arial" charset="0"/>
        </a:defRPr>
      </a:lvl4pPr>
      <a:lvl5pPr algn="l" rtl="0" eaLnBrk="0" fontAlgn="base" hangingPunct="0">
        <a:spcBef>
          <a:spcPct val="0"/>
        </a:spcBef>
        <a:spcAft>
          <a:spcPct val="0"/>
        </a:spcAft>
        <a:defRPr sz="3100">
          <a:solidFill>
            <a:schemeClr val="bg1"/>
          </a:solidFill>
          <a:latin typeface="Arial" charset="0"/>
        </a:defRPr>
      </a:lvl5pPr>
      <a:lvl6pPr marL="457200" algn="l" rtl="0" fontAlgn="base">
        <a:spcBef>
          <a:spcPct val="0"/>
        </a:spcBef>
        <a:spcAft>
          <a:spcPct val="0"/>
        </a:spcAft>
        <a:defRPr sz="3100">
          <a:solidFill>
            <a:schemeClr val="bg1"/>
          </a:solidFill>
          <a:latin typeface="Arial" charset="0"/>
        </a:defRPr>
      </a:lvl6pPr>
      <a:lvl7pPr marL="914400" algn="l" rtl="0" fontAlgn="base">
        <a:spcBef>
          <a:spcPct val="0"/>
        </a:spcBef>
        <a:spcAft>
          <a:spcPct val="0"/>
        </a:spcAft>
        <a:defRPr sz="3100">
          <a:solidFill>
            <a:schemeClr val="bg1"/>
          </a:solidFill>
          <a:latin typeface="Arial" charset="0"/>
        </a:defRPr>
      </a:lvl7pPr>
      <a:lvl8pPr marL="1371600" algn="l" rtl="0" fontAlgn="base">
        <a:spcBef>
          <a:spcPct val="0"/>
        </a:spcBef>
        <a:spcAft>
          <a:spcPct val="0"/>
        </a:spcAft>
        <a:defRPr sz="3100">
          <a:solidFill>
            <a:schemeClr val="bg1"/>
          </a:solidFill>
          <a:latin typeface="Arial" charset="0"/>
        </a:defRPr>
      </a:lvl8pPr>
      <a:lvl9pPr marL="1828800" algn="l" rtl="0" fontAlgn="base">
        <a:spcBef>
          <a:spcPct val="0"/>
        </a:spcBef>
        <a:spcAft>
          <a:spcPct val="0"/>
        </a:spcAft>
        <a:defRPr sz="3100">
          <a:solidFill>
            <a:schemeClr val="bg1"/>
          </a:solidFill>
          <a:latin typeface="Arial" charset="0"/>
        </a:defRPr>
      </a:lvl9pPr>
    </p:titleStyle>
    <p:bodyStyle>
      <a:lvl1pPr marL="342900" indent="-342900" algn="l" rtl="0" eaLnBrk="0" fontAlgn="base" hangingPunct="0">
        <a:spcBef>
          <a:spcPct val="20000"/>
        </a:spcBef>
        <a:spcAft>
          <a:spcPct val="0"/>
        </a:spcAft>
        <a:buChar char="•"/>
        <a:defRPr sz="2400">
          <a:solidFill>
            <a:srgbClr val="003772"/>
          </a:solidFill>
          <a:latin typeface="+mn-lt"/>
          <a:ea typeface="+mn-ea"/>
          <a:cs typeface="+mn-cs"/>
        </a:defRPr>
      </a:lvl1pPr>
      <a:lvl2pPr marL="742950" indent="-285750" algn="l" rtl="0" eaLnBrk="0" fontAlgn="base" hangingPunct="0">
        <a:spcBef>
          <a:spcPct val="20000"/>
        </a:spcBef>
        <a:spcAft>
          <a:spcPct val="0"/>
        </a:spcAft>
        <a:buChar char="–"/>
        <a:defRPr sz="2000">
          <a:solidFill>
            <a:srgbClr val="003772"/>
          </a:solidFill>
          <a:latin typeface="+mn-lt"/>
        </a:defRPr>
      </a:lvl2pPr>
      <a:lvl3pPr marL="1143000" indent="-228600" algn="l" rtl="0" eaLnBrk="0" fontAlgn="base" hangingPunct="0">
        <a:spcBef>
          <a:spcPct val="20000"/>
        </a:spcBef>
        <a:spcAft>
          <a:spcPct val="0"/>
        </a:spcAft>
        <a:buChar char="•"/>
        <a:defRPr>
          <a:solidFill>
            <a:srgbClr val="003772"/>
          </a:solidFill>
          <a:latin typeface="+mn-lt"/>
        </a:defRPr>
      </a:lvl3pPr>
      <a:lvl4pPr marL="1600200" indent="-228600" algn="l" rtl="0" eaLnBrk="0" fontAlgn="base" hangingPunct="0">
        <a:spcBef>
          <a:spcPct val="20000"/>
        </a:spcBef>
        <a:spcAft>
          <a:spcPct val="0"/>
        </a:spcAft>
        <a:buChar char="–"/>
        <a:defRPr sz="1600">
          <a:solidFill>
            <a:srgbClr val="003772"/>
          </a:solidFill>
          <a:latin typeface="+mn-lt"/>
        </a:defRPr>
      </a:lvl4pPr>
      <a:lvl5pPr marL="2057400" indent="-228600" algn="l" rtl="0" eaLnBrk="0" fontAlgn="base" hangingPunct="0">
        <a:spcBef>
          <a:spcPct val="20000"/>
        </a:spcBef>
        <a:spcAft>
          <a:spcPct val="0"/>
        </a:spcAft>
        <a:buChar char="»"/>
        <a:defRPr sz="1400">
          <a:solidFill>
            <a:srgbClr val="003772"/>
          </a:solidFill>
          <a:latin typeface="+mn-lt"/>
        </a:defRPr>
      </a:lvl5pPr>
      <a:lvl6pPr marL="2514600" indent="-228600" algn="l" rtl="0" fontAlgn="base">
        <a:spcBef>
          <a:spcPct val="20000"/>
        </a:spcBef>
        <a:spcAft>
          <a:spcPct val="0"/>
        </a:spcAft>
        <a:buChar char="»"/>
        <a:defRPr sz="1400">
          <a:solidFill>
            <a:srgbClr val="003772"/>
          </a:solidFill>
          <a:latin typeface="+mn-lt"/>
        </a:defRPr>
      </a:lvl6pPr>
      <a:lvl7pPr marL="2971800" indent="-228600" algn="l" rtl="0" fontAlgn="base">
        <a:spcBef>
          <a:spcPct val="20000"/>
        </a:spcBef>
        <a:spcAft>
          <a:spcPct val="0"/>
        </a:spcAft>
        <a:buChar char="»"/>
        <a:defRPr sz="1400">
          <a:solidFill>
            <a:srgbClr val="003772"/>
          </a:solidFill>
          <a:latin typeface="+mn-lt"/>
        </a:defRPr>
      </a:lvl7pPr>
      <a:lvl8pPr marL="3429000" indent="-228600" algn="l" rtl="0" fontAlgn="base">
        <a:spcBef>
          <a:spcPct val="20000"/>
        </a:spcBef>
        <a:spcAft>
          <a:spcPct val="0"/>
        </a:spcAft>
        <a:buChar char="»"/>
        <a:defRPr sz="1400">
          <a:solidFill>
            <a:srgbClr val="003772"/>
          </a:solidFill>
          <a:latin typeface="+mn-lt"/>
        </a:defRPr>
      </a:lvl8pPr>
      <a:lvl9pPr marL="3886200" indent="-228600" algn="l" rtl="0" fontAlgn="base">
        <a:spcBef>
          <a:spcPct val="20000"/>
        </a:spcBef>
        <a:spcAft>
          <a:spcPct val="0"/>
        </a:spcAft>
        <a:buChar char="»"/>
        <a:defRPr sz="1400">
          <a:solidFill>
            <a:srgbClr val="00377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170" name="Picture 2" descr="pms376 equiv"/>
          <p:cNvPicPr>
            <a:picLocks noChangeAspect="1" noChangeArrowheads="1"/>
          </p:cNvPicPr>
          <p:nvPr/>
        </p:nvPicPr>
        <p:blipFill>
          <a:blip r:embed="rId13" cstate="print"/>
          <a:srcRect/>
          <a:stretch>
            <a:fillRect/>
          </a:stretch>
        </p:blipFill>
        <p:spPr bwMode="auto">
          <a:xfrm>
            <a:off x="3175" y="0"/>
            <a:ext cx="9140825" cy="1755775"/>
          </a:xfrm>
          <a:prstGeom prst="rect">
            <a:avLst/>
          </a:prstGeom>
          <a:noFill/>
          <a:ln w="9525">
            <a:noFill/>
            <a:miter lim="800000"/>
            <a:headEnd/>
            <a:tailEnd/>
          </a:ln>
        </p:spPr>
      </p:pic>
      <p:sp>
        <p:nvSpPr>
          <p:cNvPr id="7171" name="Rectangle 3"/>
          <p:cNvSpPr>
            <a:spLocks noGrp="1" noChangeArrowheads="1"/>
          </p:cNvSpPr>
          <p:nvPr>
            <p:ph type="title"/>
          </p:nvPr>
        </p:nvSpPr>
        <p:spPr bwMode="auto">
          <a:xfrm>
            <a:off x="395288" y="258763"/>
            <a:ext cx="8229600" cy="900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22884"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sp>
        <p:nvSpPr>
          <p:cNvPr id="122885"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22886"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480FCF33-4774-46AF-90E5-A172296432AD}" type="slidenum">
              <a:rPr lang="en-GB"/>
              <a:pPr>
                <a:defRPr/>
              </a:pPr>
              <a:t>‹#›</a:t>
            </a:fld>
            <a:endParaRPr lang="en-GB"/>
          </a:p>
        </p:txBody>
      </p:sp>
      <p:sp>
        <p:nvSpPr>
          <p:cNvPr id="7175" name="Rectangle 7"/>
          <p:cNvSpPr>
            <a:spLocks noGrp="1" noChangeArrowheads="1"/>
          </p:cNvSpPr>
          <p:nvPr>
            <p:ph type="body" idx="1"/>
          </p:nvPr>
        </p:nvSpPr>
        <p:spPr bwMode="auto">
          <a:xfrm>
            <a:off x="412750" y="2205038"/>
            <a:ext cx="8229600" cy="3598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7176" name="Picture 8" descr="Inspiring tomorrows profs 400"/>
          <p:cNvPicPr>
            <a:picLocks noChangeAspect="1" noChangeArrowheads="1"/>
          </p:cNvPicPr>
          <p:nvPr/>
        </p:nvPicPr>
        <p:blipFill>
          <a:blip r:embed="rId14" cstate="print"/>
          <a:srcRect/>
          <a:stretch>
            <a:fillRect/>
          </a:stretch>
        </p:blipFill>
        <p:spPr bwMode="auto">
          <a:xfrm>
            <a:off x="0" y="5757863"/>
            <a:ext cx="3598863" cy="695325"/>
          </a:xfrm>
          <a:prstGeom prst="rect">
            <a:avLst/>
          </a:prstGeom>
          <a:noFill/>
          <a:ln w="9525">
            <a:noFill/>
            <a:miter lim="800000"/>
            <a:headEnd/>
            <a:tailEnd/>
          </a:ln>
        </p:spPr>
      </p:pic>
      <p:pic>
        <p:nvPicPr>
          <p:cNvPr id="7177" name="Picture 9" descr="UofH wo"/>
          <p:cNvPicPr>
            <a:picLocks noChangeAspect="1" noChangeArrowheads="1"/>
          </p:cNvPicPr>
          <p:nvPr/>
        </p:nvPicPr>
        <p:blipFill>
          <a:blip r:embed="rId15" cstate="print"/>
          <a:srcRect/>
          <a:stretch>
            <a:fillRect/>
          </a:stretch>
        </p:blipFill>
        <p:spPr bwMode="auto">
          <a:xfrm>
            <a:off x="7197725" y="358775"/>
            <a:ext cx="1485900" cy="823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98" r:id="rId1"/>
    <p:sldLayoutId id="2147483999" r:id="rId2"/>
    <p:sldLayoutId id="2147484000" r:id="rId3"/>
    <p:sldLayoutId id="2147484001" r:id="rId4"/>
    <p:sldLayoutId id="2147484002" r:id="rId5"/>
    <p:sldLayoutId id="2147484003" r:id="rId6"/>
    <p:sldLayoutId id="2147484004" r:id="rId7"/>
    <p:sldLayoutId id="2147484005" r:id="rId8"/>
    <p:sldLayoutId id="2147484006" r:id="rId9"/>
    <p:sldLayoutId id="2147484007" r:id="rId10"/>
    <p:sldLayoutId id="2147484008" r:id="rId11"/>
  </p:sldLayoutIdLst>
  <p:txStyles>
    <p:titleStyle>
      <a:lvl1pPr algn="l" rtl="0" eaLnBrk="0" fontAlgn="base" hangingPunct="0">
        <a:spcBef>
          <a:spcPct val="0"/>
        </a:spcBef>
        <a:spcAft>
          <a:spcPct val="0"/>
        </a:spcAft>
        <a:defRPr sz="3100">
          <a:solidFill>
            <a:schemeClr val="bg1"/>
          </a:solidFill>
          <a:latin typeface="+mj-lt"/>
          <a:ea typeface="+mj-ea"/>
          <a:cs typeface="+mj-cs"/>
        </a:defRPr>
      </a:lvl1pPr>
      <a:lvl2pPr algn="l" rtl="0" eaLnBrk="0" fontAlgn="base" hangingPunct="0">
        <a:spcBef>
          <a:spcPct val="0"/>
        </a:spcBef>
        <a:spcAft>
          <a:spcPct val="0"/>
        </a:spcAft>
        <a:defRPr sz="3100">
          <a:solidFill>
            <a:schemeClr val="bg1"/>
          </a:solidFill>
          <a:latin typeface="Arial" charset="0"/>
        </a:defRPr>
      </a:lvl2pPr>
      <a:lvl3pPr algn="l" rtl="0" eaLnBrk="0" fontAlgn="base" hangingPunct="0">
        <a:spcBef>
          <a:spcPct val="0"/>
        </a:spcBef>
        <a:spcAft>
          <a:spcPct val="0"/>
        </a:spcAft>
        <a:defRPr sz="3100">
          <a:solidFill>
            <a:schemeClr val="bg1"/>
          </a:solidFill>
          <a:latin typeface="Arial" charset="0"/>
        </a:defRPr>
      </a:lvl3pPr>
      <a:lvl4pPr algn="l" rtl="0" eaLnBrk="0" fontAlgn="base" hangingPunct="0">
        <a:spcBef>
          <a:spcPct val="0"/>
        </a:spcBef>
        <a:spcAft>
          <a:spcPct val="0"/>
        </a:spcAft>
        <a:defRPr sz="3100">
          <a:solidFill>
            <a:schemeClr val="bg1"/>
          </a:solidFill>
          <a:latin typeface="Arial" charset="0"/>
        </a:defRPr>
      </a:lvl4pPr>
      <a:lvl5pPr algn="l" rtl="0" eaLnBrk="0" fontAlgn="base" hangingPunct="0">
        <a:spcBef>
          <a:spcPct val="0"/>
        </a:spcBef>
        <a:spcAft>
          <a:spcPct val="0"/>
        </a:spcAft>
        <a:defRPr sz="3100">
          <a:solidFill>
            <a:schemeClr val="bg1"/>
          </a:solidFill>
          <a:latin typeface="Arial" charset="0"/>
        </a:defRPr>
      </a:lvl5pPr>
      <a:lvl6pPr marL="457200" algn="l" rtl="0" fontAlgn="base">
        <a:spcBef>
          <a:spcPct val="0"/>
        </a:spcBef>
        <a:spcAft>
          <a:spcPct val="0"/>
        </a:spcAft>
        <a:defRPr sz="3100">
          <a:solidFill>
            <a:schemeClr val="bg1"/>
          </a:solidFill>
          <a:latin typeface="Arial" charset="0"/>
        </a:defRPr>
      </a:lvl6pPr>
      <a:lvl7pPr marL="914400" algn="l" rtl="0" fontAlgn="base">
        <a:spcBef>
          <a:spcPct val="0"/>
        </a:spcBef>
        <a:spcAft>
          <a:spcPct val="0"/>
        </a:spcAft>
        <a:defRPr sz="3100">
          <a:solidFill>
            <a:schemeClr val="bg1"/>
          </a:solidFill>
          <a:latin typeface="Arial" charset="0"/>
        </a:defRPr>
      </a:lvl7pPr>
      <a:lvl8pPr marL="1371600" algn="l" rtl="0" fontAlgn="base">
        <a:spcBef>
          <a:spcPct val="0"/>
        </a:spcBef>
        <a:spcAft>
          <a:spcPct val="0"/>
        </a:spcAft>
        <a:defRPr sz="3100">
          <a:solidFill>
            <a:schemeClr val="bg1"/>
          </a:solidFill>
          <a:latin typeface="Arial" charset="0"/>
        </a:defRPr>
      </a:lvl8pPr>
      <a:lvl9pPr marL="1828800" algn="l" rtl="0" fontAlgn="base">
        <a:spcBef>
          <a:spcPct val="0"/>
        </a:spcBef>
        <a:spcAft>
          <a:spcPct val="0"/>
        </a:spcAft>
        <a:defRPr sz="3100">
          <a:solidFill>
            <a:schemeClr val="bg1"/>
          </a:solidFill>
          <a:latin typeface="Arial" charset="0"/>
        </a:defRPr>
      </a:lvl9pPr>
    </p:titleStyle>
    <p:bodyStyle>
      <a:lvl1pPr marL="342900" indent="-342900" algn="l" rtl="0" eaLnBrk="0" fontAlgn="base" hangingPunct="0">
        <a:spcBef>
          <a:spcPct val="20000"/>
        </a:spcBef>
        <a:spcAft>
          <a:spcPct val="0"/>
        </a:spcAft>
        <a:buChar char="•"/>
        <a:defRPr sz="2400">
          <a:solidFill>
            <a:srgbClr val="003772"/>
          </a:solidFill>
          <a:latin typeface="+mn-lt"/>
          <a:ea typeface="+mn-ea"/>
          <a:cs typeface="+mn-cs"/>
        </a:defRPr>
      </a:lvl1pPr>
      <a:lvl2pPr marL="742950" indent="-285750" algn="l" rtl="0" eaLnBrk="0" fontAlgn="base" hangingPunct="0">
        <a:spcBef>
          <a:spcPct val="20000"/>
        </a:spcBef>
        <a:spcAft>
          <a:spcPct val="0"/>
        </a:spcAft>
        <a:buChar char="–"/>
        <a:defRPr sz="2000">
          <a:solidFill>
            <a:srgbClr val="003772"/>
          </a:solidFill>
          <a:latin typeface="+mn-lt"/>
        </a:defRPr>
      </a:lvl2pPr>
      <a:lvl3pPr marL="1143000" indent="-228600" algn="l" rtl="0" eaLnBrk="0" fontAlgn="base" hangingPunct="0">
        <a:spcBef>
          <a:spcPct val="20000"/>
        </a:spcBef>
        <a:spcAft>
          <a:spcPct val="0"/>
        </a:spcAft>
        <a:buChar char="•"/>
        <a:defRPr>
          <a:solidFill>
            <a:srgbClr val="003772"/>
          </a:solidFill>
          <a:latin typeface="+mn-lt"/>
        </a:defRPr>
      </a:lvl3pPr>
      <a:lvl4pPr marL="1600200" indent="-228600" algn="l" rtl="0" eaLnBrk="0" fontAlgn="base" hangingPunct="0">
        <a:spcBef>
          <a:spcPct val="20000"/>
        </a:spcBef>
        <a:spcAft>
          <a:spcPct val="0"/>
        </a:spcAft>
        <a:buChar char="–"/>
        <a:defRPr sz="1600">
          <a:solidFill>
            <a:srgbClr val="003772"/>
          </a:solidFill>
          <a:latin typeface="+mn-lt"/>
        </a:defRPr>
      </a:lvl4pPr>
      <a:lvl5pPr marL="2057400" indent="-228600" algn="l" rtl="0" eaLnBrk="0" fontAlgn="base" hangingPunct="0">
        <a:spcBef>
          <a:spcPct val="20000"/>
        </a:spcBef>
        <a:spcAft>
          <a:spcPct val="0"/>
        </a:spcAft>
        <a:buChar char="»"/>
        <a:defRPr sz="1400">
          <a:solidFill>
            <a:srgbClr val="003772"/>
          </a:solidFill>
          <a:latin typeface="+mn-lt"/>
        </a:defRPr>
      </a:lvl5pPr>
      <a:lvl6pPr marL="2514600" indent="-228600" algn="l" rtl="0" fontAlgn="base">
        <a:spcBef>
          <a:spcPct val="20000"/>
        </a:spcBef>
        <a:spcAft>
          <a:spcPct val="0"/>
        </a:spcAft>
        <a:buChar char="»"/>
        <a:defRPr sz="1400">
          <a:solidFill>
            <a:srgbClr val="003772"/>
          </a:solidFill>
          <a:latin typeface="+mn-lt"/>
        </a:defRPr>
      </a:lvl6pPr>
      <a:lvl7pPr marL="2971800" indent="-228600" algn="l" rtl="0" fontAlgn="base">
        <a:spcBef>
          <a:spcPct val="20000"/>
        </a:spcBef>
        <a:spcAft>
          <a:spcPct val="0"/>
        </a:spcAft>
        <a:buChar char="»"/>
        <a:defRPr sz="1400">
          <a:solidFill>
            <a:srgbClr val="003772"/>
          </a:solidFill>
          <a:latin typeface="+mn-lt"/>
        </a:defRPr>
      </a:lvl7pPr>
      <a:lvl8pPr marL="3429000" indent="-228600" algn="l" rtl="0" fontAlgn="base">
        <a:spcBef>
          <a:spcPct val="20000"/>
        </a:spcBef>
        <a:spcAft>
          <a:spcPct val="0"/>
        </a:spcAft>
        <a:buChar char="»"/>
        <a:defRPr sz="1400">
          <a:solidFill>
            <a:srgbClr val="003772"/>
          </a:solidFill>
          <a:latin typeface="+mn-lt"/>
        </a:defRPr>
      </a:lvl8pPr>
      <a:lvl9pPr marL="3886200" indent="-228600" algn="l" rtl="0" fontAlgn="base">
        <a:spcBef>
          <a:spcPct val="20000"/>
        </a:spcBef>
        <a:spcAft>
          <a:spcPct val="0"/>
        </a:spcAft>
        <a:buChar char="»"/>
        <a:defRPr sz="1400">
          <a:solidFill>
            <a:srgbClr val="00377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194" name="Picture 2" descr="pms281 equiv"/>
          <p:cNvPicPr>
            <a:picLocks noChangeAspect="1" noChangeArrowheads="1"/>
          </p:cNvPicPr>
          <p:nvPr/>
        </p:nvPicPr>
        <p:blipFill>
          <a:blip r:embed="rId13" cstate="print"/>
          <a:srcRect/>
          <a:stretch>
            <a:fillRect/>
          </a:stretch>
        </p:blipFill>
        <p:spPr bwMode="auto">
          <a:xfrm>
            <a:off x="0" y="0"/>
            <a:ext cx="9140825" cy="1755775"/>
          </a:xfrm>
          <a:prstGeom prst="rect">
            <a:avLst/>
          </a:prstGeom>
          <a:noFill/>
          <a:ln w="9525">
            <a:noFill/>
            <a:miter lim="800000"/>
            <a:headEnd/>
            <a:tailEnd/>
          </a:ln>
        </p:spPr>
      </p:pic>
      <p:sp>
        <p:nvSpPr>
          <p:cNvPr id="8195" name="Rectangle 3"/>
          <p:cNvSpPr>
            <a:spLocks noGrp="1" noChangeArrowheads="1"/>
          </p:cNvSpPr>
          <p:nvPr>
            <p:ph type="title"/>
          </p:nvPr>
        </p:nvSpPr>
        <p:spPr bwMode="auto">
          <a:xfrm>
            <a:off x="395288" y="258763"/>
            <a:ext cx="8229600" cy="900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2390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sp>
        <p:nvSpPr>
          <p:cNvPr id="12390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2391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1F379DBA-2CCC-451D-B6AE-E6438486DA27}" type="slidenum">
              <a:rPr lang="en-GB"/>
              <a:pPr>
                <a:defRPr/>
              </a:pPr>
              <a:t>‹#›</a:t>
            </a:fld>
            <a:endParaRPr lang="en-GB"/>
          </a:p>
        </p:txBody>
      </p:sp>
      <p:sp>
        <p:nvSpPr>
          <p:cNvPr id="8199" name="Rectangle 7"/>
          <p:cNvSpPr>
            <a:spLocks noGrp="1" noChangeArrowheads="1"/>
          </p:cNvSpPr>
          <p:nvPr>
            <p:ph type="body" idx="1"/>
          </p:nvPr>
        </p:nvSpPr>
        <p:spPr bwMode="auto">
          <a:xfrm>
            <a:off x="412750" y="2205038"/>
            <a:ext cx="8229600" cy="3598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8201" name="Picture 9" descr="UofH wo"/>
          <p:cNvPicPr>
            <a:picLocks noChangeAspect="1" noChangeArrowheads="1"/>
          </p:cNvPicPr>
          <p:nvPr/>
        </p:nvPicPr>
        <p:blipFill>
          <a:blip r:embed="rId14" cstate="print"/>
          <a:srcRect/>
          <a:stretch>
            <a:fillRect/>
          </a:stretch>
        </p:blipFill>
        <p:spPr bwMode="auto">
          <a:xfrm>
            <a:off x="7197725" y="358775"/>
            <a:ext cx="1485900" cy="823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txStyles>
    <p:titleStyle>
      <a:lvl1pPr algn="l" rtl="0" eaLnBrk="0" fontAlgn="base" hangingPunct="0">
        <a:spcBef>
          <a:spcPct val="0"/>
        </a:spcBef>
        <a:spcAft>
          <a:spcPct val="0"/>
        </a:spcAft>
        <a:defRPr sz="3100">
          <a:solidFill>
            <a:schemeClr val="bg1"/>
          </a:solidFill>
          <a:latin typeface="+mj-lt"/>
          <a:ea typeface="+mj-ea"/>
          <a:cs typeface="+mj-cs"/>
        </a:defRPr>
      </a:lvl1pPr>
      <a:lvl2pPr algn="l" rtl="0" eaLnBrk="0" fontAlgn="base" hangingPunct="0">
        <a:spcBef>
          <a:spcPct val="0"/>
        </a:spcBef>
        <a:spcAft>
          <a:spcPct val="0"/>
        </a:spcAft>
        <a:defRPr sz="3100">
          <a:solidFill>
            <a:schemeClr val="bg1"/>
          </a:solidFill>
          <a:latin typeface="Arial" charset="0"/>
        </a:defRPr>
      </a:lvl2pPr>
      <a:lvl3pPr algn="l" rtl="0" eaLnBrk="0" fontAlgn="base" hangingPunct="0">
        <a:spcBef>
          <a:spcPct val="0"/>
        </a:spcBef>
        <a:spcAft>
          <a:spcPct val="0"/>
        </a:spcAft>
        <a:defRPr sz="3100">
          <a:solidFill>
            <a:schemeClr val="bg1"/>
          </a:solidFill>
          <a:latin typeface="Arial" charset="0"/>
        </a:defRPr>
      </a:lvl3pPr>
      <a:lvl4pPr algn="l" rtl="0" eaLnBrk="0" fontAlgn="base" hangingPunct="0">
        <a:spcBef>
          <a:spcPct val="0"/>
        </a:spcBef>
        <a:spcAft>
          <a:spcPct val="0"/>
        </a:spcAft>
        <a:defRPr sz="3100">
          <a:solidFill>
            <a:schemeClr val="bg1"/>
          </a:solidFill>
          <a:latin typeface="Arial" charset="0"/>
        </a:defRPr>
      </a:lvl4pPr>
      <a:lvl5pPr algn="l" rtl="0" eaLnBrk="0" fontAlgn="base" hangingPunct="0">
        <a:spcBef>
          <a:spcPct val="0"/>
        </a:spcBef>
        <a:spcAft>
          <a:spcPct val="0"/>
        </a:spcAft>
        <a:defRPr sz="3100">
          <a:solidFill>
            <a:schemeClr val="bg1"/>
          </a:solidFill>
          <a:latin typeface="Arial" charset="0"/>
        </a:defRPr>
      </a:lvl5pPr>
      <a:lvl6pPr marL="457200" algn="l" rtl="0" fontAlgn="base">
        <a:spcBef>
          <a:spcPct val="0"/>
        </a:spcBef>
        <a:spcAft>
          <a:spcPct val="0"/>
        </a:spcAft>
        <a:defRPr sz="3100">
          <a:solidFill>
            <a:schemeClr val="bg1"/>
          </a:solidFill>
          <a:latin typeface="Arial" charset="0"/>
        </a:defRPr>
      </a:lvl6pPr>
      <a:lvl7pPr marL="914400" algn="l" rtl="0" fontAlgn="base">
        <a:spcBef>
          <a:spcPct val="0"/>
        </a:spcBef>
        <a:spcAft>
          <a:spcPct val="0"/>
        </a:spcAft>
        <a:defRPr sz="3100">
          <a:solidFill>
            <a:schemeClr val="bg1"/>
          </a:solidFill>
          <a:latin typeface="Arial" charset="0"/>
        </a:defRPr>
      </a:lvl7pPr>
      <a:lvl8pPr marL="1371600" algn="l" rtl="0" fontAlgn="base">
        <a:spcBef>
          <a:spcPct val="0"/>
        </a:spcBef>
        <a:spcAft>
          <a:spcPct val="0"/>
        </a:spcAft>
        <a:defRPr sz="3100">
          <a:solidFill>
            <a:schemeClr val="bg1"/>
          </a:solidFill>
          <a:latin typeface="Arial" charset="0"/>
        </a:defRPr>
      </a:lvl8pPr>
      <a:lvl9pPr marL="1828800" algn="l" rtl="0" fontAlgn="base">
        <a:spcBef>
          <a:spcPct val="0"/>
        </a:spcBef>
        <a:spcAft>
          <a:spcPct val="0"/>
        </a:spcAft>
        <a:defRPr sz="3100">
          <a:solidFill>
            <a:schemeClr val="bg1"/>
          </a:solidFill>
          <a:latin typeface="Arial" charset="0"/>
        </a:defRPr>
      </a:lvl9pPr>
    </p:titleStyle>
    <p:bodyStyle>
      <a:lvl1pPr marL="342900" indent="-342900" algn="l" rtl="0" eaLnBrk="0" fontAlgn="base" hangingPunct="0">
        <a:spcBef>
          <a:spcPct val="20000"/>
        </a:spcBef>
        <a:spcAft>
          <a:spcPct val="0"/>
        </a:spcAft>
        <a:buChar char="•"/>
        <a:defRPr sz="2400">
          <a:solidFill>
            <a:srgbClr val="003772"/>
          </a:solidFill>
          <a:latin typeface="+mn-lt"/>
          <a:ea typeface="+mn-ea"/>
          <a:cs typeface="+mn-cs"/>
        </a:defRPr>
      </a:lvl1pPr>
      <a:lvl2pPr marL="742950" indent="-285750" algn="l" rtl="0" eaLnBrk="0" fontAlgn="base" hangingPunct="0">
        <a:spcBef>
          <a:spcPct val="20000"/>
        </a:spcBef>
        <a:spcAft>
          <a:spcPct val="0"/>
        </a:spcAft>
        <a:buChar char="–"/>
        <a:defRPr sz="2000">
          <a:solidFill>
            <a:srgbClr val="003772"/>
          </a:solidFill>
          <a:latin typeface="+mn-lt"/>
        </a:defRPr>
      </a:lvl2pPr>
      <a:lvl3pPr marL="1143000" indent="-228600" algn="l" rtl="0" eaLnBrk="0" fontAlgn="base" hangingPunct="0">
        <a:spcBef>
          <a:spcPct val="20000"/>
        </a:spcBef>
        <a:spcAft>
          <a:spcPct val="0"/>
        </a:spcAft>
        <a:buChar char="•"/>
        <a:defRPr>
          <a:solidFill>
            <a:srgbClr val="003772"/>
          </a:solidFill>
          <a:latin typeface="+mn-lt"/>
        </a:defRPr>
      </a:lvl3pPr>
      <a:lvl4pPr marL="1600200" indent="-228600" algn="l" rtl="0" eaLnBrk="0" fontAlgn="base" hangingPunct="0">
        <a:spcBef>
          <a:spcPct val="20000"/>
        </a:spcBef>
        <a:spcAft>
          <a:spcPct val="0"/>
        </a:spcAft>
        <a:buChar char="–"/>
        <a:defRPr sz="1600">
          <a:solidFill>
            <a:srgbClr val="003772"/>
          </a:solidFill>
          <a:latin typeface="+mn-lt"/>
        </a:defRPr>
      </a:lvl4pPr>
      <a:lvl5pPr marL="2057400" indent="-228600" algn="l" rtl="0" eaLnBrk="0" fontAlgn="base" hangingPunct="0">
        <a:spcBef>
          <a:spcPct val="20000"/>
        </a:spcBef>
        <a:spcAft>
          <a:spcPct val="0"/>
        </a:spcAft>
        <a:buChar char="»"/>
        <a:defRPr sz="1400">
          <a:solidFill>
            <a:srgbClr val="003772"/>
          </a:solidFill>
          <a:latin typeface="+mn-lt"/>
        </a:defRPr>
      </a:lvl5pPr>
      <a:lvl6pPr marL="2514600" indent="-228600" algn="l" rtl="0" fontAlgn="base">
        <a:spcBef>
          <a:spcPct val="20000"/>
        </a:spcBef>
        <a:spcAft>
          <a:spcPct val="0"/>
        </a:spcAft>
        <a:buChar char="»"/>
        <a:defRPr sz="1400">
          <a:solidFill>
            <a:srgbClr val="003772"/>
          </a:solidFill>
          <a:latin typeface="+mn-lt"/>
        </a:defRPr>
      </a:lvl6pPr>
      <a:lvl7pPr marL="2971800" indent="-228600" algn="l" rtl="0" fontAlgn="base">
        <a:spcBef>
          <a:spcPct val="20000"/>
        </a:spcBef>
        <a:spcAft>
          <a:spcPct val="0"/>
        </a:spcAft>
        <a:buChar char="»"/>
        <a:defRPr sz="1400">
          <a:solidFill>
            <a:srgbClr val="003772"/>
          </a:solidFill>
          <a:latin typeface="+mn-lt"/>
        </a:defRPr>
      </a:lvl7pPr>
      <a:lvl8pPr marL="3429000" indent="-228600" algn="l" rtl="0" fontAlgn="base">
        <a:spcBef>
          <a:spcPct val="20000"/>
        </a:spcBef>
        <a:spcAft>
          <a:spcPct val="0"/>
        </a:spcAft>
        <a:buChar char="»"/>
        <a:defRPr sz="1400">
          <a:solidFill>
            <a:srgbClr val="003772"/>
          </a:solidFill>
          <a:latin typeface="+mn-lt"/>
        </a:defRPr>
      </a:lvl8pPr>
      <a:lvl9pPr marL="3886200" indent="-228600" algn="l" rtl="0" fontAlgn="base">
        <a:spcBef>
          <a:spcPct val="20000"/>
        </a:spcBef>
        <a:spcAft>
          <a:spcPct val="0"/>
        </a:spcAft>
        <a:buChar char="»"/>
        <a:defRPr sz="1400">
          <a:solidFill>
            <a:srgbClr val="00377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9218" name="Picture 2" descr="pms186 equiv"/>
          <p:cNvPicPr>
            <a:picLocks noChangeAspect="1" noChangeArrowheads="1"/>
          </p:cNvPicPr>
          <p:nvPr/>
        </p:nvPicPr>
        <p:blipFill>
          <a:blip r:embed="rId13" cstate="print"/>
          <a:srcRect/>
          <a:stretch>
            <a:fillRect/>
          </a:stretch>
        </p:blipFill>
        <p:spPr bwMode="auto">
          <a:xfrm>
            <a:off x="0" y="0"/>
            <a:ext cx="9140825" cy="1755775"/>
          </a:xfrm>
          <a:prstGeom prst="rect">
            <a:avLst/>
          </a:prstGeom>
          <a:noFill/>
          <a:ln w="9525">
            <a:noFill/>
            <a:miter lim="800000"/>
            <a:headEnd/>
            <a:tailEnd/>
          </a:ln>
        </p:spPr>
      </p:pic>
      <p:sp>
        <p:nvSpPr>
          <p:cNvPr id="9219" name="Rectangle 3"/>
          <p:cNvSpPr>
            <a:spLocks noGrp="1" noChangeArrowheads="1"/>
          </p:cNvSpPr>
          <p:nvPr>
            <p:ph type="title"/>
          </p:nvPr>
        </p:nvSpPr>
        <p:spPr bwMode="auto">
          <a:xfrm>
            <a:off x="395288" y="258763"/>
            <a:ext cx="8229600" cy="900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24932"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sp>
        <p:nvSpPr>
          <p:cNvPr id="124933"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24934"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8A5FF9E4-8F1B-4486-AB14-8E558057DA4D}" type="slidenum">
              <a:rPr lang="en-GB"/>
              <a:pPr>
                <a:defRPr/>
              </a:pPr>
              <a:t>‹#›</a:t>
            </a:fld>
            <a:endParaRPr lang="en-GB"/>
          </a:p>
        </p:txBody>
      </p:sp>
      <p:sp>
        <p:nvSpPr>
          <p:cNvPr id="9223" name="Rectangle 7"/>
          <p:cNvSpPr>
            <a:spLocks noGrp="1" noChangeArrowheads="1"/>
          </p:cNvSpPr>
          <p:nvPr>
            <p:ph type="body" idx="1"/>
          </p:nvPr>
        </p:nvSpPr>
        <p:spPr bwMode="auto">
          <a:xfrm>
            <a:off x="412750" y="2205038"/>
            <a:ext cx="8229600" cy="3598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9224" name="Picture 8" descr="Inspiring tomorrows profs 400"/>
          <p:cNvPicPr>
            <a:picLocks noChangeAspect="1" noChangeArrowheads="1"/>
          </p:cNvPicPr>
          <p:nvPr/>
        </p:nvPicPr>
        <p:blipFill>
          <a:blip r:embed="rId14" cstate="print"/>
          <a:srcRect/>
          <a:stretch>
            <a:fillRect/>
          </a:stretch>
        </p:blipFill>
        <p:spPr bwMode="auto">
          <a:xfrm>
            <a:off x="0" y="5757863"/>
            <a:ext cx="3598863" cy="695325"/>
          </a:xfrm>
          <a:prstGeom prst="rect">
            <a:avLst/>
          </a:prstGeom>
          <a:noFill/>
          <a:ln w="9525">
            <a:noFill/>
            <a:miter lim="800000"/>
            <a:headEnd/>
            <a:tailEnd/>
          </a:ln>
        </p:spPr>
      </p:pic>
      <p:pic>
        <p:nvPicPr>
          <p:cNvPr id="9225" name="Picture 9" descr="UofH wo"/>
          <p:cNvPicPr>
            <a:picLocks noChangeAspect="1" noChangeArrowheads="1"/>
          </p:cNvPicPr>
          <p:nvPr/>
        </p:nvPicPr>
        <p:blipFill>
          <a:blip r:embed="rId15" cstate="print"/>
          <a:srcRect/>
          <a:stretch>
            <a:fillRect/>
          </a:stretch>
        </p:blipFill>
        <p:spPr bwMode="auto">
          <a:xfrm>
            <a:off x="7197725" y="358775"/>
            <a:ext cx="1485900" cy="823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20" r:id="rId1"/>
    <p:sldLayoutId id="2147484021" r:id="rId2"/>
    <p:sldLayoutId id="2147484022" r:id="rId3"/>
    <p:sldLayoutId id="2147484023" r:id="rId4"/>
    <p:sldLayoutId id="2147484024" r:id="rId5"/>
    <p:sldLayoutId id="2147484025" r:id="rId6"/>
    <p:sldLayoutId id="2147484026" r:id="rId7"/>
    <p:sldLayoutId id="2147484027" r:id="rId8"/>
    <p:sldLayoutId id="2147484028" r:id="rId9"/>
    <p:sldLayoutId id="2147484029" r:id="rId10"/>
    <p:sldLayoutId id="2147484030" r:id="rId11"/>
  </p:sldLayoutIdLst>
  <p:txStyles>
    <p:titleStyle>
      <a:lvl1pPr algn="l" rtl="0" eaLnBrk="0" fontAlgn="base" hangingPunct="0">
        <a:spcBef>
          <a:spcPct val="0"/>
        </a:spcBef>
        <a:spcAft>
          <a:spcPct val="0"/>
        </a:spcAft>
        <a:defRPr sz="3100">
          <a:solidFill>
            <a:schemeClr val="bg1"/>
          </a:solidFill>
          <a:latin typeface="+mj-lt"/>
          <a:ea typeface="+mj-ea"/>
          <a:cs typeface="+mj-cs"/>
        </a:defRPr>
      </a:lvl1pPr>
      <a:lvl2pPr algn="l" rtl="0" eaLnBrk="0" fontAlgn="base" hangingPunct="0">
        <a:spcBef>
          <a:spcPct val="0"/>
        </a:spcBef>
        <a:spcAft>
          <a:spcPct val="0"/>
        </a:spcAft>
        <a:defRPr sz="3100">
          <a:solidFill>
            <a:schemeClr val="bg1"/>
          </a:solidFill>
          <a:latin typeface="Arial" charset="0"/>
        </a:defRPr>
      </a:lvl2pPr>
      <a:lvl3pPr algn="l" rtl="0" eaLnBrk="0" fontAlgn="base" hangingPunct="0">
        <a:spcBef>
          <a:spcPct val="0"/>
        </a:spcBef>
        <a:spcAft>
          <a:spcPct val="0"/>
        </a:spcAft>
        <a:defRPr sz="3100">
          <a:solidFill>
            <a:schemeClr val="bg1"/>
          </a:solidFill>
          <a:latin typeface="Arial" charset="0"/>
        </a:defRPr>
      </a:lvl3pPr>
      <a:lvl4pPr algn="l" rtl="0" eaLnBrk="0" fontAlgn="base" hangingPunct="0">
        <a:spcBef>
          <a:spcPct val="0"/>
        </a:spcBef>
        <a:spcAft>
          <a:spcPct val="0"/>
        </a:spcAft>
        <a:defRPr sz="3100">
          <a:solidFill>
            <a:schemeClr val="bg1"/>
          </a:solidFill>
          <a:latin typeface="Arial" charset="0"/>
        </a:defRPr>
      </a:lvl4pPr>
      <a:lvl5pPr algn="l" rtl="0" eaLnBrk="0" fontAlgn="base" hangingPunct="0">
        <a:spcBef>
          <a:spcPct val="0"/>
        </a:spcBef>
        <a:spcAft>
          <a:spcPct val="0"/>
        </a:spcAft>
        <a:defRPr sz="3100">
          <a:solidFill>
            <a:schemeClr val="bg1"/>
          </a:solidFill>
          <a:latin typeface="Arial" charset="0"/>
        </a:defRPr>
      </a:lvl5pPr>
      <a:lvl6pPr marL="457200" algn="l" rtl="0" fontAlgn="base">
        <a:spcBef>
          <a:spcPct val="0"/>
        </a:spcBef>
        <a:spcAft>
          <a:spcPct val="0"/>
        </a:spcAft>
        <a:defRPr sz="3100">
          <a:solidFill>
            <a:schemeClr val="bg1"/>
          </a:solidFill>
          <a:latin typeface="Arial" charset="0"/>
        </a:defRPr>
      </a:lvl6pPr>
      <a:lvl7pPr marL="914400" algn="l" rtl="0" fontAlgn="base">
        <a:spcBef>
          <a:spcPct val="0"/>
        </a:spcBef>
        <a:spcAft>
          <a:spcPct val="0"/>
        </a:spcAft>
        <a:defRPr sz="3100">
          <a:solidFill>
            <a:schemeClr val="bg1"/>
          </a:solidFill>
          <a:latin typeface="Arial" charset="0"/>
        </a:defRPr>
      </a:lvl7pPr>
      <a:lvl8pPr marL="1371600" algn="l" rtl="0" fontAlgn="base">
        <a:spcBef>
          <a:spcPct val="0"/>
        </a:spcBef>
        <a:spcAft>
          <a:spcPct val="0"/>
        </a:spcAft>
        <a:defRPr sz="3100">
          <a:solidFill>
            <a:schemeClr val="bg1"/>
          </a:solidFill>
          <a:latin typeface="Arial" charset="0"/>
        </a:defRPr>
      </a:lvl8pPr>
      <a:lvl9pPr marL="1828800" algn="l" rtl="0" fontAlgn="base">
        <a:spcBef>
          <a:spcPct val="0"/>
        </a:spcBef>
        <a:spcAft>
          <a:spcPct val="0"/>
        </a:spcAft>
        <a:defRPr sz="3100">
          <a:solidFill>
            <a:schemeClr val="bg1"/>
          </a:solidFill>
          <a:latin typeface="Arial" charset="0"/>
        </a:defRPr>
      </a:lvl9pPr>
    </p:titleStyle>
    <p:bodyStyle>
      <a:lvl1pPr marL="342900" indent="-342900" algn="l" rtl="0" eaLnBrk="0" fontAlgn="base" hangingPunct="0">
        <a:spcBef>
          <a:spcPct val="20000"/>
        </a:spcBef>
        <a:spcAft>
          <a:spcPct val="0"/>
        </a:spcAft>
        <a:buChar char="•"/>
        <a:defRPr sz="2400">
          <a:solidFill>
            <a:srgbClr val="003772"/>
          </a:solidFill>
          <a:latin typeface="+mn-lt"/>
          <a:ea typeface="+mn-ea"/>
          <a:cs typeface="+mn-cs"/>
        </a:defRPr>
      </a:lvl1pPr>
      <a:lvl2pPr marL="742950" indent="-285750" algn="l" rtl="0" eaLnBrk="0" fontAlgn="base" hangingPunct="0">
        <a:spcBef>
          <a:spcPct val="20000"/>
        </a:spcBef>
        <a:spcAft>
          <a:spcPct val="0"/>
        </a:spcAft>
        <a:buChar char="–"/>
        <a:defRPr sz="2000">
          <a:solidFill>
            <a:srgbClr val="003772"/>
          </a:solidFill>
          <a:latin typeface="+mn-lt"/>
        </a:defRPr>
      </a:lvl2pPr>
      <a:lvl3pPr marL="1143000" indent="-228600" algn="l" rtl="0" eaLnBrk="0" fontAlgn="base" hangingPunct="0">
        <a:spcBef>
          <a:spcPct val="20000"/>
        </a:spcBef>
        <a:spcAft>
          <a:spcPct val="0"/>
        </a:spcAft>
        <a:buChar char="•"/>
        <a:defRPr>
          <a:solidFill>
            <a:srgbClr val="003772"/>
          </a:solidFill>
          <a:latin typeface="+mn-lt"/>
        </a:defRPr>
      </a:lvl3pPr>
      <a:lvl4pPr marL="1600200" indent="-228600" algn="l" rtl="0" eaLnBrk="0" fontAlgn="base" hangingPunct="0">
        <a:spcBef>
          <a:spcPct val="20000"/>
        </a:spcBef>
        <a:spcAft>
          <a:spcPct val="0"/>
        </a:spcAft>
        <a:buChar char="–"/>
        <a:defRPr sz="1600">
          <a:solidFill>
            <a:srgbClr val="003772"/>
          </a:solidFill>
          <a:latin typeface="+mn-lt"/>
        </a:defRPr>
      </a:lvl4pPr>
      <a:lvl5pPr marL="2057400" indent="-228600" algn="l" rtl="0" eaLnBrk="0" fontAlgn="base" hangingPunct="0">
        <a:spcBef>
          <a:spcPct val="20000"/>
        </a:spcBef>
        <a:spcAft>
          <a:spcPct val="0"/>
        </a:spcAft>
        <a:buChar char="»"/>
        <a:defRPr sz="1400">
          <a:solidFill>
            <a:srgbClr val="003772"/>
          </a:solidFill>
          <a:latin typeface="+mn-lt"/>
        </a:defRPr>
      </a:lvl5pPr>
      <a:lvl6pPr marL="2514600" indent="-228600" algn="l" rtl="0" fontAlgn="base">
        <a:spcBef>
          <a:spcPct val="20000"/>
        </a:spcBef>
        <a:spcAft>
          <a:spcPct val="0"/>
        </a:spcAft>
        <a:buChar char="»"/>
        <a:defRPr sz="1400">
          <a:solidFill>
            <a:srgbClr val="003772"/>
          </a:solidFill>
          <a:latin typeface="+mn-lt"/>
        </a:defRPr>
      </a:lvl6pPr>
      <a:lvl7pPr marL="2971800" indent="-228600" algn="l" rtl="0" fontAlgn="base">
        <a:spcBef>
          <a:spcPct val="20000"/>
        </a:spcBef>
        <a:spcAft>
          <a:spcPct val="0"/>
        </a:spcAft>
        <a:buChar char="»"/>
        <a:defRPr sz="1400">
          <a:solidFill>
            <a:srgbClr val="003772"/>
          </a:solidFill>
          <a:latin typeface="+mn-lt"/>
        </a:defRPr>
      </a:lvl7pPr>
      <a:lvl8pPr marL="3429000" indent="-228600" algn="l" rtl="0" fontAlgn="base">
        <a:spcBef>
          <a:spcPct val="20000"/>
        </a:spcBef>
        <a:spcAft>
          <a:spcPct val="0"/>
        </a:spcAft>
        <a:buChar char="»"/>
        <a:defRPr sz="1400">
          <a:solidFill>
            <a:srgbClr val="003772"/>
          </a:solidFill>
          <a:latin typeface="+mn-lt"/>
        </a:defRPr>
      </a:lvl8pPr>
      <a:lvl9pPr marL="3886200" indent="-228600" algn="l" rtl="0" fontAlgn="base">
        <a:spcBef>
          <a:spcPct val="20000"/>
        </a:spcBef>
        <a:spcAft>
          <a:spcPct val="0"/>
        </a:spcAft>
        <a:buChar char="»"/>
        <a:defRPr sz="1400">
          <a:solidFill>
            <a:srgbClr val="00377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42" name="Picture 2" descr="pms151 equiv"/>
          <p:cNvPicPr>
            <a:picLocks noChangeAspect="1" noChangeArrowheads="1"/>
          </p:cNvPicPr>
          <p:nvPr/>
        </p:nvPicPr>
        <p:blipFill>
          <a:blip r:embed="rId13" cstate="print"/>
          <a:srcRect/>
          <a:stretch>
            <a:fillRect/>
          </a:stretch>
        </p:blipFill>
        <p:spPr bwMode="auto">
          <a:xfrm>
            <a:off x="3175" y="0"/>
            <a:ext cx="9140825" cy="1755775"/>
          </a:xfrm>
          <a:prstGeom prst="rect">
            <a:avLst/>
          </a:prstGeom>
          <a:noFill/>
          <a:ln w="9525">
            <a:noFill/>
            <a:miter lim="800000"/>
            <a:headEnd/>
            <a:tailEnd/>
          </a:ln>
        </p:spPr>
      </p:pic>
      <p:sp>
        <p:nvSpPr>
          <p:cNvPr id="10243" name="Rectangle 3"/>
          <p:cNvSpPr>
            <a:spLocks noGrp="1" noChangeArrowheads="1"/>
          </p:cNvSpPr>
          <p:nvPr>
            <p:ph type="title"/>
          </p:nvPr>
        </p:nvSpPr>
        <p:spPr bwMode="auto">
          <a:xfrm>
            <a:off x="395288" y="258763"/>
            <a:ext cx="8229600" cy="900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25956"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sp>
        <p:nvSpPr>
          <p:cNvPr id="125957"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25958"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A30E150E-0DDA-492E-B953-FF42C367851C}" type="slidenum">
              <a:rPr lang="en-GB"/>
              <a:pPr>
                <a:defRPr/>
              </a:pPr>
              <a:t>‹#›</a:t>
            </a:fld>
            <a:endParaRPr lang="en-GB"/>
          </a:p>
        </p:txBody>
      </p:sp>
      <p:sp>
        <p:nvSpPr>
          <p:cNvPr id="10247" name="Rectangle 7"/>
          <p:cNvSpPr>
            <a:spLocks noGrp="1" noChangeArrowheads="1"/>
          </p:cNvSpPr>
          <p:nvPr>
            <p:ph type="body" idx="1"/>
          </p:nvPr>
        </p:nvSpPr>
        <p:spPr bwMode="auto">
          <a:xfrm>
            <a:off x="412750" y="2205038"/>
            <a:ext cx="8229600" cy="3598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0248" name="Picture 8" descr="Inspiring tomorrows profs 400"/>
          <p:cNvPicPr>
            <a:picLocks noChangeAspect="1" noChangeArrowheads="1"/>
          </p:cNvPicPr>
          <p:nvPr/>
        </p:nvPicPr>
        <p:blipFill>
          <a:blip r:embed="rId14" cstate="print"/>
          <a:srcRect/>
          <a:stretch>
            <a:fillRect/>
          </a:stretch>
        </p:blipFill>
        <p:spPr bwMode="auto">
          <a:xfrm>
            <a:off x="0" y="5757863"/>
            <a:ext cx="3598863" cy="695325"/>
          </a:xfrm>
          <a:prstGeom prst="rect">
            <a:avLst/>
          </a:prstGeom>
          <a:noFill/>
          <a:ln w="9525">
            <a:noFill/>
            <a:miter lim="800000"/>
            <a:headEnd/>
            <a:tailEnd/>
          </a:ln>
        </p:spPr>
      </p:pic>
      <p:pic>
        <p:nvPicPr>
          <p:cNvPr id="10249" name="Picture 9" descr="UofH wo"/>
          <p:cNvPicPr>
            <a:picLocks noChangeAspect="1" noChangeArrowheads="1"/>
          </p:cNvPicPr>
          <p:nvPr/>
        </p:nvPicPr>
        <p:blipFill>
          <a:blip r:embed="rId15" cstate="print"/>
          <a:srcRect/>
          <a:stretch>
            <a:fillRect/>
          </a:stretch>
        </p:blipFill>
        <p:spPr bwMode="auto">
          <a:xfrm>
            <a:off x="7197725" y="358775"/>
            <a:ext cx="1485900" cy="823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Lst>
  <p:txStyles>
    <p:titleStyle>
      <a:lvl1pPr algn="l" rtl="0" eaLnBrk="0" fontAlgn="base" hangingPunct="0">
        <a:spcBef>
          <a:spcPct val="0"/>
        </a:spcBef>
        <a:spcAft>
          <a:spcPct val="0"/>
        </a:spcAft>
        <a:defRPr sz="3100">
          <a:solidFill>
            <a:schemeClr val="bg1"/>
          </a:solidFill>
          <a:latin typeface="+mj-lt"/>
          <a:ea typeface="+mj-ea"/>
          <a:cs typeface="+mj-cs"/>
        </a:defRPr>
      </a:lvl1pPr>
      <a:lvl2pPr algn="l" rtl="0" eaLnBrk="0" fontAlgn="base" hangingPunct="0">
        <a:spcBef>
          <a:spcPct val="0"/>
        </a:spcBef>
        <a:spcAft>
          <a:spcPct val="0"/>
        </a:spcAft>
        <a:defRPr sz="3100">
          <a:solidFill>
            <a:schemeClr val="bg1"/>
          </a:solidFill>
          <a:latin typeface="Arial" charset="0"/>
        </a:defRPr>
      </a:lvl2pPr>
      <a:lvl3pPr algn="l" rtl="0" eaLnBrk="0" fontAlgn="base" hangingPunct="0">
        <a:spcBef>
          <a:spcPct val="0"/>
        </a:spcBef>
        <a:spcAft>
          <a:spcPct val="0"/>
        </a:spcAft>
        <a:defRPr sz="3100">
          <a:solidFill>
            <a:schemeClr val="bg1"/>
          </a:solidFill>
          <a:latin typeface="Arial" charset="0"/>
        </a:defRPr>
      </a:lvl3pPr>
      <a:lvl4pPr algn="l" rtl="0" eaLnBrk="0" fontAlgn="base" hangingPunct="0">
        <a:spcBef>
          <a:spcPct val="0"/>
        </a:spcBef>
        <a:spcAft>
          <a:spcPct val="0"/>
        </a:spcAft>
        <a:defRPr sz="3100">
          <a:solidFill>
            <a:schemeClr val="bg1"/>
          </a:solidFill>
          <a:latin typeface="Arial" charset="0"/>
        </a:defRPr>
      </a:lvl4pPr>
      <a:lvl5pPr algn="l" rtl="0" eaLnBrk="0" fontAlgn="base" hangingPunct="0">
        <a:spcBef>
          <a:spcPct val="0"/>
        </a:spcBef>
        <a:spcAft>
          <a:spcPct val="0"/>
        </a:spcAft>
        <a:defRPr sz="3100">
          <a:solidFill>
            <a:schemeClr val="bg1"/>
          </a:solidFill>
          <a:latin typeface="Arial" charset="0"/>
        </a:defRPr>
      </a:lvl5pPr>
      <a:lvl6pPr marL="457200" algn="l" rtl="0" fontAlgn="base">
        <a:spcBef>
          <a:spcPct val="0"/>
        </a:spcBef>
        <a:spcAft>
          <a:spcPct val="0"/>
        </a:spcAft>
        <a:defRPr sz="3100">
          <a:solidFill>
            <a:schemeClr val="bg1"/>
          </a:solidFill>
          <a:latin typeface="Arial" charset="0"/>
        </a:defRPr>
      </a:lvl6pPr>
      <a:lvl7pPr marL="914400" algn="l" rtl="0" fontAlgn="base">
        <a:spcBef>
          <a:spcPct val="0"/>
        </a:spcBef>
        <a:spcAft>
          <a:spcPct val="0"/>
        </a:spcAft>
        <a:defRPr sz="3100">
          <a:solidFill>
            <a:schemeClr val="bg1"/>
          </a:solidFill>
          <a:latin typeface="Arial" charset="0"/>
        </a:defRPr>
      </a:lvl7pPr>
      <a:lvl8pPr marL="1371600" algn="l" rtl="0" fontAlgn="base">
        <a:spcBef>
          <a:spcPct val="0"/>
        </a:spcBef>
        <a:spcAft>
          <a:spcPct val="0"/>
        </a:spcAft>
        <a:defRPr sz="3100">
          <a:solidFill>
            <a:schemeClr val="bg1"/>
          </a:solidFill>
          <a:latin typeface="Arial" charset="0"/>
        </a:defRPr>
      </a:lvl8pPr>
      <a:lvl9pPr marL="1828800" algn="l" rtl="0" fontAlgn="base">
        <a:spcBef>
          <a:spcPct val="0"/>
        </a:spcBef>
        <a:spcAft>
          <a:spcPct val="0"/>
        </a:spcAft>
        <a:defRPr sz="3100">
          <a:solidFill>
            <a:schemeClr val="bg1"/>
          </a:solidFill>
          <a:latin typeface="Arial" charset="0"/>
        </a:defRPr>
      </a:lvl9pPr>
    </p:titleStyle>
    <p:bodyStyle>
      <a:lvl1pPr marL="342900" indent="-342900" algn="l" rtl="0" eaLnBrk="0" fontAlgn="base" hangingPunct="0">
        <a:spcBef>
          <a:spcPct val="20000"/>
        </a:spcBef>
        <a:spcAft>
          <a:spcPct val="0"/>
        </a:spcAft>
        <a:buChar char="•"/>
        <a:defRPr sz="2400">
          <a:solidFill>
            <a:srgbClr val="003772"/>
          </a:solidFill>
          <a:latin typeface="+mn-lt"/>
          <a:ea typeface="+mn-ea"/>
          <a:cs typeface="+mn-cs"/>
        </a:defRPr>
      </a:lvl1pPr>
      <a:lvl2pPr marL="742950" indent="-285750" algn="l" rtl="0" eaLnBrk="0" fontAlgn="base" hangingPunct="0">
        <a:spcBef>
          <a:spcPct val="20000"/>
        </a:spcBef>
        <a:spcAft>
          <a:spcPct val="0"/>
        </a:spcAft>
        <a:buChar char="–"/>
        <a:defRPr sz="2000">
          <a:solidFill>
            <a:srgbClr val="003772"/>
          </a:solidFill>
          <a:latin typeface="+mn-lt"/>
        </a:defRPr>
      </a:lvl2pPr>
      <a:lvl3pPr marL="1143000" indent="-228600" algn="l" rtl="0" eaLnBrk="0" fontAlgn="base" hangingPunct="0">
        <a:spcBef>
          <a:spcPct val="20000"/>
        </a:spcBef>
        <a:spcAft>
          <a:spcPct val="0"/>
        </a:spcAft>
        <a:buChar char="•"/>
        <a:defRPr>
          <a:solidFill>
            <a:srgbClr val="003772"/>
          </a:solidFill>
          <a:latin typeface="+mn-lt"/>
        </a:defRPr>
      </a:lvl3pPr>
      <a:lvl4pPr marL="1600200" indent="-228600" algn="l" rtl="0" eaLnBrk="0" fontAlgn="base" hangingPunct="0">
        <a:spcBef>
          <a:spcPct val="20000"/>
        </a:spcBef>
        <a:spcAft>
          <a:spcPct val="0"/>
        </a:spcAft>
        <a:buChar char="–"/>
        <a:defRPr sz="1600">
          <a:solidFill>
            <a:srgbClr val="003772"/>
          </a:solidFill>
          <a:latin typeface="+mn-lt"/>
        </a:defRPr>
      </a:lvl4pPr>
      <a:lvl5pPr marL="2057400" indent="-228600" algn="l" rtl="0" eaLnBrk="0" fontAlgn="base" hangingPunct="0">
        <a:spcBef>
          <a:spcPct val="20000"/>
        </a:spcBef>
        <a:spcAft>
          <a:spcPct val="0"/>
        </a:spcAft>
        <a:buChar char="»"/>
        <a:defRPr sz="1400">
          <a:solidFill>
            <a:srgbClr val="003772"/>
          </a:solidFill>
          <a:latin typeface="+mn-lt"/>
        </a:defRPr>
      </a:lvl5pPr>
      <a:lvl6pPr marL="2514600" indent="-228600" algn="l" rtl="0" fontAlgn="base">
        <a:spcBef>
          <a:spcPct val="20000"/>
        </a:spcBef>
        <a:spcAft>
          <a:spcPct val="0"/>
        </a:spcAft>
        <a:buChar char="»"/>
        <a:defRPr sz="1400">
          <a:solidFill>
            <a:srgbClr val="003772"/>
          </a:solidFill>
          <a:latin typeface="+mn-lt"/>
        </a:defRPr>
      </a:lvl6pPr>
      <a:lvl7pPr marL="2971800" indent="-228600" algn="l" rtl="0" fontAlgn="base">
        <a:spcBef>
          <a:spcPct val="20000"/>
        </a:spcBef>
        <a:spcAft>
          <a:spcPct val="0"/>
        </a:spcAft>
        <a:buChar char="»"/>
        <a:defRPr sz="1400">
          <a:solidFill>
            <a:srgbClr val="003772"/>
          </a:solidFill>
          <a:latin typeface="+mn-lt"/>
        </a:defRPr>
      </a:lvl7pPr>
      <a:lvl8pPr marL="3429000" indent="-228600" algn="l" rtl="0" fontAlgn="base">
        <a:spcBef>
          <a:spcPct val="20000"/>
        </a:spcBef>
        <a:spcAft>
          <a:spcPct val="0"/>
        </a:spcAft>
        <a:buChar char="»"/>
        <a:defRPr sz="1400">
          <a:solidFill>
            <a:srgbClr val="003772"/>
          </a:solidFill>
          <a:latin typeface="+mn-lt"/>
        </a:defRPr>
      </a:lvl8pPr>
      <a:lvl9pPr marL="3886200" indent="-228600" algn="l" rtl="0" fontAlgn="base">
        <a:spcBef>
          <a:spcPct val="20000"/>
        </a:spcBef>
        <a:spcAft>
          <a:spcPct val="0"/>
        </a:spcAft>
        <a:buChar char="»"/>
        <a:defRPr sz="1400">
          <a:solidFill>
            <a:srgbClr val="00377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Picture 2" descr="magenta"/>
          <p:cNvPicPr>
            <a:picLocks noChangeAspect="1" noChangeArrowheads="1"/>
          </p:cNvPicPr>
          <p:nvPr/>
        </p:nvPicPr>
        <p:blipFill>
          <a:blip r:embed="rId13" cstate="print"/>
          <a:srcRect/>
          <a:stretch>
            <a:fillRect/>
          </a:stretch>
        </p:blipFill>
        <p:spPr bwMode="auto">
          <a:xfrm>
            <a:off x="3175" y="0"/>
            <a:ext cx="9140825" cy="1755775"/>
          </a:xfrm>
          <a:prstGeom prst="rect">
            <a:avLst/>
          </a:prstGeom>
          <a:noFill/>
          <a:ln w="9525">
            <a:noFill/>
            <a:miter lim="800000"/>
            <a:headEnd/>
            <a:tailEnd/>
          </a:ln>
        </p:spPr>
      </p:pic>
      <p:sp>
        <p:nvSpPr>
          <p:cNvPr id="11267" name="Rectangle 3"/>
          <p:cNvSpPr>
            <a:spLocks noGrp="1" noChangeArrowheads="1"/>
          </p:cNvSpPr>
          <p:nvPr>
            <p:ph type="title"/>
          </p:nvPr>
        </p:nvSpPr>
        <p:spPr bwMode="auto">
          <a:xfrm>
            <a:off x="395288" y="258763"/>
            <a:ext cx="8229600" cy="900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26980"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sp>
        <p:nvSpPr>
          <p:cNvPr id="126981"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26982"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3BE441C2-3B41-4138-9F08-EE9C0A0E0ACD}" type="slidenum">
              <a:rPr lang="en-GB"/>
              <a:pPr>
                <a:defRPr/>
              </a:pPr>
              <a:t>‹#›</a:t>
            </a:fld>
            <a:endParaRPr lang="en-GB"/>
          </a:p>
        </p:txBody>
      </p:sp>
      <p:sp>
        <p:nvSpPr>
          <p:cNvPr id="11271" name="Rectangle 7"/>
          <p:cNvSpPr>
            <a:spLocks noGrp="1" noChangeArrowheads="1"/>
          </p:cNvSpPr>
          <p:nvPr>
            <p:ph type="body" idx="1"/>
          </p:nvPr>
        </p:nvSpPr>
        <p:spPr bwMode="auto">
          <a:xfrm>
            <a:off x="412750" y="2205038"/>
            <a:ext cx="8229600" cy="3598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1272" name="Picture 8" descr="Inspiring tomorrows profs 400"/>
          <p:cNvPicPr>
            <a:picLocks noChangeAspect="1" noChangeArrowheads="1"/>
          </p:cNvPicPr>
          <p:nvPr/>
        </p:nvPicPr>
        <p:blipFill>
          <a:blip r:embed="rId14" cstate="print"/>
          <a:srcRect/>
          <a:stretch>
            <a:fillRect/>
          </a:stretch>
        </p:blipFill>
        <p:spPr bwMode="auto">
          <a:xfrm>
            <a:off x="0" y="5757863"/>
            <a:ext cx="3598863" cy="695325"/>
          </a:xfrm>
          <a:prstGeom prst="rect">
            <a:avLst/>
          </a:prstGeom>
          <a:noFill/>
          <a:ln w="9525">
            <a:noFill/>
            <a:miter lim="800000"/>
            <a:headEnd/>
            <a:tailEnd/>
          </a:ln>
        </p:spPr>
      </p:pic>
      <p:pic>
        <p:nvPicPr>
          <p:cNvPr id="11273" name="Picture 9" descr="UofH wo"/>
          <p:cNvPicPr>
            <a:picLocks noChangeAspect="1" noChangeArrowheads="1"/>
          </p:cNvPicPr>
          <p:nvPr/>
        </p:nvPicPr>
        <p:blipFill>
          <a:blip r:embed="rId15" cstate="print"/>
          <a:srcRect/>
          <a:stretch>
            <a:fillRect/>
          </a:stretch>
        </p:blipFill>
        <p:spPr bwMode="auto">
          <a:xfrm>
            <a:off x="7197725" y="358775"/>
            <a:ext cx="1485900" cy="823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42" r:id="rId1"/>
    <p:sldLayoutId id="2147484043" r:id="rId2"/>
    <p:sldLayoutId id="2147484044" r:id="rId3"/>
    <p:sldLayoutId id="2147484045" r:id="rId4"/>
    <p:sldLayoutId id="2147484046" r:id="rId5"/>
    <p:sldLayoutId id="2147484047" r:id="rId6"/>
    <p:sldLayoutId id="2147484048" r:id="rId7"/>
    <p:sldLayoutId id="2147484049" r:id="rId8"/>
    <p:sldLayoutId id="2147484050" r:id="rId9"/>
    <p:sldLayoutId id="2147484051" r:id="rId10"/>
    <p:sldLayoutId id="2147484052" r:id="rId11"/>
  </p:sldLayoutIdLst>
  <p:txStyles>
    <p:titleStyle>
      <a:lvl1pPr algn="l" rtl="0" eaLnBrk="0" fontAlgn="base" hangingPunct="0">
        <a:spcBef>
          <a:spcPct val="0"/>
        </a:spcBef>
        <a:spcAft>
          <a:spcPct val="0"/>
        </a:spcAft>
        <a:defRPr sz="3100">
          <a:solidFill>
            <a:schemeClr val="bg1"/>
          </a:solidFill>
          <a:latin typeface="+mj-lt"/>
          <a:ea typeface="+mj-ea"/>
          <a:cs typeface="+mj-cs"/>
        </a:defRPr>
      </a:lvl1pPr>
      <a:lvl2pPr algn="l" rtl="0" eaLnBrk="0" fontAlgn="base" hangingPunct="0">
        <a:spcBef>
          <a:spcPct val="0"/>
        </a:spcBef>
        <a:spcAft>
          <a:spcPct val="0"/>
        </a:spcAft>
        <a:defRPr sz="3100">
          <a:solidFill>
            <a:schemeClr val="bg1"/>
          </a:solidFill>
          <a:latin typeface="Arial" charset="0"/>
        </a:defRPr>
      </a:lvl2pPr>
      <a:lvl3pPr algn="l" rtl="0" eaLnBrk="0" fontAlgn="base" hangingPunct="0">
        <a:spcBef>
          <a:spcPct val="0"/>
        </a:spcBef>
        <a:spcAft>
          <a:spcPct val="0"/>
        </a:spcAft>
        <a:defRPr sz="3100">
          <a:solidFill>
            <a:schemeClr val="bg1"/>
          </a:solidFill>
          <a:latin typeface="Arial" charset="0"/>
        </a:defRPr>
      </a:lvl3pPr>
      <a:lvl4pPr algn="l" rtl="0" eaLnBrk="0" fontAlgn="base" hangingPunct="0">
        <a:spcBef>
          <a:spcPct val="0"/>
        </a:spcBef>
        <a:spcAft>
          <a:spcPct val="0"/>
        </a:spcAft>
        <a:defRPr sz="3100">
          <a:solidFill>
            <a:schemeClr val="bg1"/>
          </a:solidFill>
          <a:latin typeface="Arial" charset="0"/>
        </a:defRPr>
      </a:lvl4pPr>
      <a:lvl5pPr algn="l" rtl="0" eaLnBrk="0" fontAlgn="base" hangingPunct="0">
        <a:spcBef>
          <a:spcPct val="0"/>
        </a:spcBef>
        <a:spcAft>
          <a:spcPct val="0"/>
        </a:spcAft>
        <a:defRPr sz="3100">
          <a:solidFill>
            <a:schemeClr val="bg1"/>
          </a:solidFill>
          <a:latin typeface="Arial" charset="0"/>
        </a:defRPr>
      </a:lvl5pPr>
      <a:lvl6pPr marL="457200" algn="l" rtl="0" fontAlgn="base">
        <a:spcBef>
          <a:spcPct val="0"/>
        </a:spcBef>
        <a:spcAft>
          <a:spcPct val="0"/>
        </a:spcAft>
        <a:defRPr sz="3100">
          <a:solidFill>
            <a:schemeClr val="bg1"/>
          </a:solidFill>
          <a:latin typeface="Arial" charset="0"/>
        </a:defRPr>
      </a:lvl6pPr>
      <a:lvl7pPr marL="914400" algn="l" rtl="0" fontAlgn="base">
        <a:spcBef>
          <a:spcPct val="0"/>
        </a:spcBef>
        <a:spcAft>
          <a:spcPct val="0"/>
        </a:spcAft>
        <a:defRPr sz="3100">
          <a:solidFill>
            <a:schemeClr val="bg1"/>
          </a:solidFill>
          <a:latin typeface="Arial" charset="0"/>
        </a:defRPr>
      </a:lvl7pPr>
      <a:lvl8pPr marL="1371600" algn="l" rtl="0" fontAlgn="base">
        <a:spcBef>
          <a:spcPct val="0"/>
        </a:spcBef>
        <a:spcAft>
          <a:spcPct val="0"/>
        </a:spcAft>
        <a:defRPr sz="3100">
          <a:solidFill>
            <a:schemeClr val="bg1"/>
          </a:solidFill>
          <a:latin typeface="Arial" charset="0"/>
        </a:defRPr>
      </a:lvl8pPr>
      <a:lvl9pPr marL="1828800" algn="l" rtl="0" fontAlgn="base">
        <a:spcBef>
          <a:spcPct val="0"/>
        </a:spcBef>
        <a:spcAft>
          <a:spcPct val="0"/>
        </a:spcAft>
        <a:defRPr sz="3100">
          <a:solidFill>
            <a:schemeClr val="bg1"/>
          </a:solidFill>
          <a:latin typeface="Arial" charset="0"/>
        </a:defRPr>
      </a:lvl9pPr>
    </p:titleStyle>
    <p:bodyStyle>
      <a:lvl1pPr marL="342900" indent="-342900" algn="l" rtl="0" eaLnBrk="0" fontAlgn="base" hangingPunct="0">
        <a:spcBef>
          <a:spcPct val="20000"/>
        </a:spcBef>
        <a:spcAft>
          <a:spcPct val="0"/>
        </a:spcAft>
        <a:buChar char="•"/>
        <a:defRPr sz="2400">
          <a:solidFill>
            <a:srgbClr val="003772"/>
          </a:solidFill>
          <a:latin typeface="+mn-lt"/>
          <a:ea typeface="+mn-ea"/>
          <a:cs typeface="+mn-cs"/>
        </a:defRPr>
      </a:lvl1pPr>
      <a:lvl2pPr marL="742950" indent="-285750" algn="l" rtl="0" eaLnBrk="0" fontAlgn="base" hangingPunct="0">
        <a:spcBef>
          <a:spcPct val="20000"/>
        </a:spcBef>
        <a:spcAft>
          <a:spcPct val="0"/>
        </a:spcAft>
        <a:buChar char="–"/>
        <a:defRPr sz="2000">
          <a:solidFill>
            <a:srgbClr val="003772"/>
          </a:solidFill>
          <a:latin typeface="+mn-lt"/>
        </a:defRPr>
      </a:lvl2pPr>
      <a:lvl3pPr marL="1143000" indent="-228600" algn="l" rtl="0" eaLnBrk="0" fontAlgn="base" hangingPunct="0">
        <a:spcBef>
          <a:spcPct val="20000"/>
        </a:spcBef>
        <a:spcAft>
          <a:spcPct val="0"/>
        </a:spcAft>
        <a:buChar char="•"/>
        <a:defRPr>
          <a:solidFill>
            <a:srgbClr val="003772"/>
          </a:solidFill>
          <a:latin typeface="+mn-lt"/>
        </a:defRPr>
      </a:lvl3pPr>
      <a:lvl4pPr marL="1600200" indent="-228600" algn="l" rtl="0" eaLnBrk="0" fontAlgn="base" hangingPunct="0">
        <a:spcBef>
          <a:spcPct val="20000"/>
        </a:spcBef>
        <a:spcAft>
          <a:spcPct val="0"/>
        </a:spcAft>
        <a:buChar char="–"/>
        <a:defRPr sz="1600">
          <a:solidFill>
            <a:srgbClr val="003772"/>
          </a:solidFill>
          <a:latin typeface="+mn-lt"/>
        </a:defRPr>
      </a:lvl4pPr>
      <a:lvl5pPr marL="2057400" indent="-228600" algn="l" rtl="0" eaLnBrk="0" fontAlgn="base" hangingPunct="0">
        <a:spcBef>
          <a:spcPct val="20000"/>
        </a:spcBef>
        <a:spcAft>
          <a:spcPct val="0"/>
        </a:spcAft>
        <a:buChar char="»"/>
        <a:defRPr sz="1400">
          <a:solidFill>
            <a:srgbClr val="003772"/>
          </a:solidFill>
          <a:latin typeface="+mn-lt"/>
        </a:defRPr>
      </a:lvl5pPr>
      <a:lvl6pPr marL="2514600" indent="-228600" algn="l" rtl="0" fontAlgn="base">
        <a:spcBef>
          <a:spcPct val="20000"/>
        </a:spcBef>
        <a:spcAft>
          <a:spcPct val="0"/>
        </a:spcAft>
        <a:buChar char="»"/>
        <a:defRPr sz="1400">
          <a:solidFill>
            <a:srgbClr val="003772"/>
          </a:solidFill>
          <a:latin typeface="+mn-lt"/>
        </a:defRPr>
      </a:lvl6pPr>
      <a:lvl7pPr marL="2971800" indent="-228600" algn="l" rtl="0" fontAlgn="base">
        <a:spcBef>
          <a:spcPct val="20000"/>
        </a:spcBef>
        <a:spcAft>
          <a:spcPct val="0"/>
        </a:spcAft>
        <a:buChar char="»"/>
        <a:defRPr sz="1400">
          <a:solidFill>
            <a:srgbClr val="003772"/>
          </a:solidFill>
          <a:latin typeface="+mn-lt"/>
        </a:defRPr>
      </a:lvl7pPr>
      <a:lvl8pPr marL="3429000" indent="-228600" algn="l" rtl="0" fontAlgn="base">
        <a:spcBef>
          <a:spcPct val="20000"/>
        </a:spcBef>
        <a:spcAft>
          <a:spcPct val="0"/>
        </a:spcAft>
        <a:buChar char="»"/>
        <a:defRPr sz="1400">
          <a:solidFill>
            <a:srgbClr val="003772"/>
          </a:solidFill>
          <a:latin typeface="+mn-lt"/>
        </a:defRPr>
      </a:lvl8pPr>
      <a:lvl9pPr marL="3886200" indent="-228600" algn="l" rtl="0" fontAlgn="base">
        <a:spcBef>
          <a:spcPct val="20000"/>
        </a:spcBef>
        <a:spcAft>
          <a:spcPct val="0"/>
        </a:spcAft>
        <a:buChar char="»"/>
        <a:defRPr sz="1400">
          <a:solidFill>
            <a:srgbClr val="00377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2290" name="Picture 2" descr="cyan"/>
          <p:cNvPicPr>
            <a:picLocks noChangeAspect="1" noChangeArrowheads="1"/>
          </p:cNvPicPr>
          <p:nvPr/>
        </p:nvPicPr>
        <p:blipFill>
          <a:blip r:embed="rId13" cstate="print"/>
          <a:srcRect/>
          <a:stretch>
            <a:fillRect/>
          </a:stretch>
        </p:blipFill>
        <p:spPr bwMode="auto">
          <a:xfrm>
            <a:off x="0" y="0"/>
            <a:ext cx="9140825" cy="1755775"/>
          </a:xfrm>
          <a:prstGeom prst="rect">
            <a:avLst/>
          </a:prstGeom>
          <a:noFill/>
          <a:ln w="9525">
            <a:noFill/>
            <a:miter lim="800000"/>
            <a:headEnd/>
            <a:tailEnd/>
          </a:ln>
        </p:spPr>
      </p:pic>
      <p:sp>
        <p:nvSpPr>
          <p:cNvPr id="12291" name="Rectangle 3"/>
          <p:cNvSpPr>
            <a:spLocks noGrp="1" noChangeArrowheads="1"/>
          </p:cNvSpPr>
          <p:nvPr>
            <p:ph type="title"/>
          </p:nvPr>
        </p:nvSpPr>
        <p:spPr bwMode="auto">
          <a:xfrm>
            <a:off x="395288" y="258763"/>
            <a:ext cx="8229600" cy="90011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p>
        </p:txBody>
      </p:sp>
      <p:sp>
        <p:nvSpPr>
          <p:cNvPr id="128004"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defRPr sz="1400">
                <a:latin typeface="Arial" charset="0"/>
              </a:defRPr>
            </a:lvl1pPr>
          </a:lstStyle>
          <a:p>
            <a:pPr>
              <a:defRPr/>
            </a:pPr>
            <a:endParaRPr lang="en-GB"/>
          </a:p>
        </p:txBody>
      </p:sp>
      <p:sp>
        <p:nvSpPr>
          <p:cNvPr id="128005"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spcBef>
                <a:spcPct val="0"/>
              </a:spcBef>
              <a:defRPr sz="1400">
                <a:latin typeface="Arial" charset="0"/>
              </a:defRPr>
            </a:lvl1pPr>
          </a:lstStyle>
          <a:p>
            <a:pPr>
              <a:defRPr/>
            </a:pPr>
            <a:endParaRPr lang="en-GB"/>
          </a:p>
        </p:txBody>
      </p:sp>
      <p:sp>
        <p:nvSpPr>
          <p:cNvPr id="128006"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defRPr sz="1400">
                <a:latin typeface="Arial" charset="0"/>
              </a:defRPr>
            </a:lvl1pPr>
          </a:lstStyle>
          <a:p>
            <a:pPr>
              <a:defRPr/>
            </a:pPr>
            <a:fld id="{D3EE8722-712C-4E8A-AB57-DA74D490556B}" type="slidenum">
              <a:rPr lang="en-GB"/>
              <a:pPr>
                <a:defRPr/>
              </a:pPr>
              <a:t>‹#›</a:t>
            </a:fld>
            <a:endParaRPr lang="en-GB"/>
          </a:p>
        </p:txBody>
      </p:sp>
      <p:sp>
        <p:nvSpPr>
          <p:cNvPr id="12295" name="Rectangle 7"/>
          <p:cNvSpPr>
            <a:spLocks noGrp="1" noChangeArrowheads="1"/>
          </p:cNvSpPr>
          <p:nvPr>
            <p:ph type="body" idx="1"/>
          </p:nvPr>
        </p:nvSpPr>
        <p:spPr bwMode="auto">
          <a:xfrm>
            <a:off x="412750" y="2205038"/>
            <a:ext cx="8229600" cy="35988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pic>
        <p:nvPicPr>
          <p:cNvPr id="12296" name="Picture 8" descr="Inspiring tomorrows profs 400"/>
          <p:cNvPicPr>
            <a:picLocks noChangeAspect="1" noChangeArrowheads="1"/>
          </p:cNvPicPr>
          <p:nvPr/>
        </p:nvPicPr>
        <p:blipFill>
          <a:blip r:embed="rId14" cstate="print"/>
          <a:srcRect/>
          <a:stretch>
            <a:fillRect/>
          </a:stretch>
        </p:blipFill>
        <p:spPr bwMode="auto">
          <a:xfrm>
            <a:off x="0" y="5757863"/>
            <a:ext cx="3598863" cy="695325"/>
          </a:xfrm>
          <a:prstGeom prst="rect">
            <a:avLst/>
          </a:prstGeom>
          <a:noFill/>
          <a:ln w="9525">
            <a:noFill/>
            <a:miter lim="800000"/>
            <a:headEnd/>
            <a:tailEnd/>
          </a:ln>
        </p:spPr>
      </p:pic>
      <p:pic>
        <p:nvPicPr>
          <p:cNvPr id="12297" name="Picture 9" descr="UofH wo"/>
          <p:cNvPicPr>
            <a:picLocks noChangeAspect="1" noChangeArrowheads="1"/>
          </p:cNvPicPr>
          <p:nvPr/>
        </p:nvPicPr>
        <p:blipFill>
          <a:blip r:embed="rId15" cstate="print"/>
          <a:srcRect/>
          <a:stretch>
            <a:fillRect/>
          </a:stretch>
        </p:blipFill>
        <p:spPr bwMode="auto">
          <a:xfrm>
            <a:off x="7197725" y="358775"/>
            <a:ext cx="1485900" cy="82391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053" r:id="rId1"/>
    <p:sldLayoutId id="2147484054" r:id="rId2"/>
    <p:sldLayoutId id="2147484055" r:id="rId3"/>
    <p:sldLayoutId id="2147484056" r:id="rId4"/>
    <p:sldLayoutId id="2147484057" r:id="rId5"/>
    <p:sldLayoutId id="2147484058" r:id="rId6"/>
    <p:sldLayoutId id="2147484059" r:id="rId7"/>
    <p:sldLayoutId id="2147484060" r:id="rId8"/>
    <p:sldLayoutId id="2147484061" r:id="rId9"/>
    <p:sldLayoutId id="2147484062" r:id="rId10"/>
    <p:sldLayoutId id="2147484063" r:id="rId11"/>
  </p:sldLayoutIdLst>
  <p:txStyles>
    <p:titleStyle>
      <a:lvl1pPr algn="l" rtl="0" eaLnBrk="0" fontAlgn="base" hangingPunct="0">
        <a:spcBef>
          <a:spcPct val="0"/>
        </a:spcBef>
        <a:spcAft>
          <a:spcPct val="0"/>
        </a:spcAft>
        <a:defRPr sz="3100">
          <a:solidFill>
            <a:schemeClr val="bg1"/>
          </a:solidFill>
          <a:latin typeface="+mj-lt"/>
          <a:ea typeface="+mj-ea"/>
          <a:cs typeface="+mj-cs"/>
        </a:defRPr>
      </a:lvl1pPr>
      <a:lvl2pPr algn="l" rtl="0" eaLnBrk="0" fontAlgn="base" hangingPunct="0">
        <a:spcBef>
          <a:spcPct val="0"/>
        </a:spcBef>
        <a:spcAft>
          <a:spcPct val="0"/>
        </a:spcAft>
        <a:defRPr sz="3100">
          <a:solidFill>
            <a:schemeClr val="bg1"/>
          </a:solidFill>
          <a:latin typeface="Arial" charset="0"/>
        </a:defRPr>
      </a:lvl2pPr>
      <a:lvl3pPr algn="l" rtl="0" eaLnBrk="0" fontAlgn="base" hangingPunct="0">
        <a:spcBef>
          <a:spcPct val="0"/>
        </a:spcBef>
        <a:spcAft>
          <a:spcPct val="0"/>
        </a:spcAft>
        <a:defRPr sz="3100">
          <a:solidFill>
            <a:schemeClr val="bg1"/>
          </a:solidFill>
          <a:latin typeface="Arial" charset="0"/>
        </a:defRPr>
      </a:lvl3pPr>
      <a:lvl4pPr algn="l" rtl="0" eaLnBrk="0" fontAlgn="base" hangingPunct="0">
        <a:spcBef>
          <a:spcPct val="0"/>
        </a:spcBef>
        <a:spcAft>
          <a:spcPct val="0"/>
        </a:spcAft>
        <a:defRPr sz="3100">
          <a:solidFill>
            <a:schemeClr val="bg1"/>
          </a:solidFill>
          <a:latin typeface="Arial" charset="0"/>
        </a:defRPr>
      </a:lvl4pPr>
      <a:lvl5pPr algn="l" rtl="0" eaLnBrk="0" fontAlgn="base" hangingPunct="0">
        <a:spcBef>
          <a:spcPct val="0"/>
        </a:spcBef>
        <a:spcAft>
          <a:spcPct val="0"/>
        </a:spcAft>
        <a:defRPr sz="3100">
          <a:solidFill>
            <a:schemeClr val="bg1"/>
          </a:solidFill>
          <a:latin typeface="Arial" charset="0"/>
        </a:defRPr>
      </a:lvl5pPr>
      <a:lvl6pPr marL="457200" algn="l" rtl="0" fontAlgn="base">
        <a:spcBef>
          <a:spcPct val="0"/>
        </a:spcBef>
        <a:spcAft>
          <a:spcPct val="0"/>
        </a:spcAft>
        <a:defRPr sz="3100">
          <a:solidFill>
            <a:schemeClr val="bg1"/>
          </a:solidFill>
          <a:latin typeface="Arial" charset="0"/>
        </a:defRPr>
      </a:lvl6pPr>
      <a:lvl7pPr marL="914400" algn="l" rtl="0" fontAlgn="base">
        <a:spcBef>
          <a:spcPct val="0"/>
        </a:spcBef>
        <a:spcAft>
          <a:spcPct val="0"/>
        </a:spcAft>
        <a:defRPr sz="3100">
          <a:solidFill>
            <a:schemeClr val="bg1"/>
          </a:solidFill>
          <a:latin typeface="Arial" charset="0"/>
        </a:defRPr>
      </a:lvl7pPr>
      <a:lvl8pPr marL="1371600" algn="l" rtl="0" fontAlgn="base">
        <a:spcBef>
          <a:spcPct val="0"/>
        </a:spcBef>
        <a:spcAft>
          <a:spcPct val="0"/>
        </a:spcAft>
        <a:defRPr sz="3100">
          <a:solidFill>
            <a:schemeClr val="bg1"/>
          </a:solidFill>
          <a:latin typeface="Arial" charset="0"/>
        </a:defRPr>
      </a:lvl8pPr>
      <a:lvl9pPr marL="1828800" algn="l" rtl="0" fontAlgn="base">
        <a:spcBef>
          <a:spcPct val="0"/>
        </a:spcBef>
        <a:spcAft>
          <a:spcPct val="0"/>
        </a:spcAft>
        <a:defRPr sz="3100">
          <a:solidFill>
            <a:schemeClr val="bg1"/>
          </a:solidFill>
          <a:latin typeface="Arial" charset="0"/>
        </a:defRPr>
      </a:lvl9pPr>
    </p:titleStyle>
    <p:bodyStyle>
      <a:lvl1pPr marL="342900" indent="-342900" algn="l" rtl="0" eaLnBrk="0" fontAlgn="base" hangingPunct="0">
        <a:spcBef>
          <a:spcPct val="20000"/>
        </a:spcBef>
        <a:spcAft>
          <a:spcPct val="0"/>
        </a:spcAft>
        <a:buChar char="•"/>
        <a:defRPr sz="2400">
          <a:solidFill>
            <a:srgbClr val="003772"/>
          </a:solidFill>
          <a:latin typeface="+mn-lt"/>
          <a:ea typeface="+mn-ea"/>
          <a:cs typeface="+mn-cs"/>
        </a:defRPr>
      </a:lvl1pPr>
      <a:lvl2pPr marL="742950" indent="-285750" algn="l" rtl="0" eaLnBrk="0" fontAlgn="base" hangingPunct="0">
        <a:spcBef>
          <a:spcPct val="20000"/>
        </a:spcBef>
        <a:spcAft>
          <a:spcPct val="0"/>
        </a:spcAft>
        <a:buChar char="–"/>
        <a:defRPr sz="2000">
          <a:solidFill>
            <a:srgbClr val="003772"/>
          </a:solidFill>
          <a:latin typeface="+mn-lt"/>
        </a:defRPr>
      </a:lvl2pPr>
      <a:lvl3pPr marL="1143000" indent="-228600" algn="l" rtl="0" eaLnBrk="0" fontAlgn="base" hangingPunct="0">
        <a:spcBef>
          <a:spcPct val="20000"/>
        </a:spcBef>
        <a:spcAft>
          <a:spcPct val="0"/>
        </a:spcAft>
        <a:buChar char="•"/>
        <a:defRPr>
          <a:solidFill>
            <a:srgbClr val="003772"/>
          </a:solidFill>
          <a:latin typeface="+mn-lt"/>
        </a:defRPr>
      </a:lvl3pPr>
      <a:lvl4pPr marL="1600200" indent="-228600" algn="l" rtl="0" eaLnBrk="0" fontAlgn="base" hangingPunct="0">
        <a:spcBef>
          <a:spcPct val="20000"/>
        </a:spcBef>
        <a:spcAft>
          <a:spcPct val="0"/>
        </a:spcAft>
        <a:buChar char="–"/>
        <a:defRPr sz="1600">
          <a:solidFill>
            <a:srgbClr val="003772"/>
          </a:solidFill>
          <a:latin typeface="+mn-lt"/>
        </a:defRPr>
      </a:lvl4pPr>
      <a:lvl5pPr marL="2057400" indent="-228600" algn="l" rtl="0" eaLnBrk="0" fontAlgn="base" hangingPunct="0">
        <a:spcBef>
          <a:spcPct val="20000"/>
        </a:spcBef>
        <a:spcAft>
          <a:spcPct val="0"/>
        </a:spcAft>
        <a:buChar char="»"/>
        <a:defRPr sz="1400">
          <a:solidFill>
            <a:srgbClr val="003772"/>
          </a:solidFill>
          <a:latin typeface="+mn-lt"/>
        </a:defRPr>
      </a:lvl5pPr>
      <a:lvl6pPr marL="2514600" indent="-228600" algn="l" rtl="0" fontAlgn="base">
        <a:spcBef>
          <a:spcPct val="20000"/>
        </a:spcBef>
        <a:spcAft>
          <a:spcPct val="0"/>
        </a:spcAft>
        <a:buChar char="»"/>
        <a:defRPr sz="1400">
          <a:solidFill>
            <a:srgbClr val="003772"/>
          </a:solidFill>
          <a:latin typeface="+mn-lt"/>
        </a:defRPr>
      </a:lvl6pPr>
      <a:lvl7pPr marL="2971800" indent="-228600" algn="l" rtl="0" fontAlgn="base">
        <a:spcBef>
          <a:spcPct val="20000"/>
        </a:spcBef>
        <a:spcAft>
          <a:spcPct val="0"/>
        </a:spcAft>
        <a:buChar char="»"/>
        <a:defRPr sz="1400">
          <a:solidFill>
            <a:srgbClr val="003772"/>
          </a:solidFill>
          <a:latin typeface="+mn-lt"/>
        </a:defRPr>
      </a:lvl7pPr>
      <a:lvl8pPr marL="3429000" indent="-228600" algn="l" rtl="0" fontAlgn="base">
        <a:spcBef>
          <a:spcPct val="20000"/>
        </a:spcBef>
        <a:spcAft>
          <a:spcPct val="0"/>
        </a:spcAft>
        <a:buChar char="»"/>
        <a:defRPr sz="1400">
          <a:solidFill>
            <a:srgbClr val="003772"/>
          </a:solidFill>
          <a:latin typeface="+mn-lt"/>
        </a:defRPr>
      </a:lvl8pPr>
      <a:lvl9pPr marL="3886200" indent="-228600" algn="l" rtl="0" fontAlgn="base">
        <a:spcBef>
          <a:spcPct val="20000"/>
        </a:spcBef>
        <a:spcAft>
          <a:spcPct val="0"/>
        </a:spcAft>
        <a:buChar char="»"/>
        <a:defRPr sz="1400">
          <a:solidFill>
            <a:srgbClr val="003772"/>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D5E78-73D2-4D6F-BFD2-740FE93DE5E4}" type="datetimeFigureOut">
              <a:rPr lang="en-GB" smtClean="0"/>
              <a:pPr/>
              <a:t>12/02/2026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8B375F-39D7-4DC9-821A-D7300A0EEA99}" type="slidenum">
              <a:rPr lang="en-GB" smtClean="0"/>
              <a:pPr/>
              <a:t>‹#›</a:t>
            </a:fld>
            <a:endParaRPr lang="en-GB"/>
          </a:p>
        </p:txBody>
      </p:sp>
    </p:spTree>
    <p:extLst>
      <p:ext uri="{BB962C8B-B14F-4D97-AF65-F5344CB8AC3E}">
        <p14:creationId xmlns:p14="http://schemas.microsoft.com/office/powerpoint/2010/main" val="1362490612"/>
      </p:ext>
    </p:extLst>
  </p:cSld>
  <p:clrMap bg1="lt1" tx1="dk1" bg2="lt2" tx2="dk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GB"/>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GB"/>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3F686923-7FED-4BD1-85F8-02C8271F4BA3}" type="slidenum">
              <a:rPr lang="en-GB" smtClean="0"/>
              <a:pPr>
                <a:defRPr/>
              </a:pPr>
              <a:t>‹#›</a:t>
            </a:fld>
            <a:endParaRPr lang="en-GB"/>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712491"/>
      </p:ext>
    </p:extLst>
  </p:cSld>
  <p:clrMap bg1="lt1" tx1="dk1" bg2="lt2" tx2="dk2" accent1="accent1" accent2="accent2" accent3="accent3" accent4="accent4" accent5="accent5" accent6="accent6" hlink="hlink" folHlink="folHlink"/>
  <p:sldLayoutIdLst>
    <p:sldLayoutId id="2147484134" r:id="rId1"/>
    <p:sldLayoutId id="2147484135" r:id="rId2"/>
    <p:sldLayoutId id="2147484136" r:id="rId3"/>
    <p:sldLayoutId id="2147484137" r:id="rId4"/>
    <p:sldLayoutId id="2147484138" r:id="rId5"/>
    <p:sldLayoutId id="2147484139" r:id="rId6"/>
    <p:sldLayoutId id="2147484140" r:id="rId7"/>
    <p:sldLayoutId id="2147484141" r:id="rId8"/>
    <p:sldLayoutId id="2147484142" r:id="rId9"/>
    <p:sldLayoutId id="2147484143" r:id="rId10"/>
    <p:sldLayoutId id="2147484144" r:id="rId11"/>
    <p:sldLayoutId id="2147484146" r:id="rId12"/>
    <p:sldLayoutId id="2147484147" r:id="rId13"/>
    <p:sldLayoutId id="2147484148" r:id="rId14"/>
    <p:sldLayoutId id="2147484149" r:id="rId15"/>
    <p:sldLayoutId id="2147484150" r:id="rId16"/>
    <p:sldLayoutId id="2147484151" r:id="rId17"/>
    <p:sldLayoutId id="2147484152" r:id="rId18"/>
  </p:sldLayoutIdLst>
  <p:transition>
    <p:randomBar/>
  </p:transition>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GB"/>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GB"/>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3F686923-7FED-4BD1-85F8-02C8271F4BA3}" type="slidenum">
              <a:rPr lang="en-GB" smtClean="0"/>
              <a:pPr>
                <a:defRPr/>
              </a:pPr>
              <a:t>‹#›</a:t>
            </a:fld>
            <a:endParaRPr lang="en-GB"/>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2970606"/>
      </p:ext>
    </p:extLst>
  </p:cSld>
  <p:clrMap bg1="lt1" tx1="dk1" bg2="lt2" tx2="dk2" accent1="accent1" accent2="accent2" accent3="accent3" accent4="accent4" accent5="accent5" accent6="accent6" hlink="hlink" folHlink="folHlink"/>
  <p:sldLayoutIdLst>
    <p:sldLayoutId id="2147484154" r:id="rId1"/>
    <p:sldLayoutId id="2147484155" r:id="rId2"/>
    <p:sldLayoutId id="2147484156" r:id="rId3"/>
    <p:sldLayoutId id="2147484157" r:id="rId4"/>
    <p:sldLayoutId id="2147484158" r:id="rId5"/>
    <p:sldLayoutId id="2147484159" r:id="rId6"/>
    <p:sldLayoutId id="2147484160" r:id="rId7"/>
    <p:sldLayoutId id="2147484161" r:id="rId8"/>
    <p:sldLayoutId id="2147484162" r:id="rId9"/>
    <p:sldLayoutId id="2147484163" r:id="rId10"/>
    <p:sldLayoutId id="2147484164"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5.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8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8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0.xml"/></Relationships>
</file>

<file path=ppt/slides/_rels/slide7.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15.png"/><Relationship Id="rId1" Type="http://schemas.openxmlformats.org/officeDocument/2006/relationships/slideLayout" Target="../slideLayouts/slideLayout18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7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4.xml.rels><?xml version="1.0" encoding="UTF-8" standalone="yes"?>
<Relationships xmlns="http://schemas.openxmlformats.org/package/2006/relationships"><Relationship Id="rId2" Type="http://schemas.openxmlformats.org/officeDocument/2006/relationships/image" Target="../media/image30.tiff"/><Relationship Id="rId1" Type="http://schemas.openxmlformats.org/officeDocument/2006/relationships/slideLayout" Target="../slideLayouts/slideLayout15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5.xml"/></Relationships>
</file>

<file path=ppt/slides/_rels/slide16.xml.rels><?xml version="1.0" encoding="UTF-8" standalone="yes"?>
<Relationships xmlns="http://schemas.openxmlformats.org/package/2006/relationships"><Relationship Id="rId2" Type="http://schemas.openxmlformats.org/officeDocument/2006/relationships/hyperlink" Target="https://m.timothy-judge.com/documents/Thebrightanddarksidesofleadertraits.pdf" TargetMode="External"/><Relationship Id="rId1" Type="http://schemas.openxmlformats.org/officeDocument/2006/relationships/slideLayout" Target="../slideLayouts/slideLayout15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3DE350-39C0-2977-6F57-F4CDB5836B1C}"/>
              </a:ext>
            </a:extLst>
          </p:cNvPr>
          <p:cNvSpPr txBox="1"/>
          <p:nvPr/>
        </p:nvSpPr>
        <p:spPr>
          <a:xfrm>
            <a:off x="1187624" y="2276872"/>
            <a:ext cx="6192688" cy="3859518"/>
          </a:xfrm>
          <a:prstGeom prst="rect">
            <a:avLst/>
          </a:prstGeom>
          <a:noFill/>
        </p:spPr>
        <p:txBody>
          <a:bodyPr wrap="square" rtlCol="0">
            <a:spAutoFit/>
          </a:bodyPr>
          <a:lstStyle/>
          <a:p>
            <a:pPr algn="ctr"/>
            <a:r>
              <a:rPr lang="en-US" sz="2400" dirty="0"/>
              <a:t>MAN10081. Teams, People and Performance</a:t>
            </a:r>
          </a:p>
          <a:p>
            <a:pPr algn="ctr"/>
            <a:endParaRPr lang="en-US" sz="2400" dirty="0"/>
          </a:p>
          <a:p>
            <a:pPr algn="ctr"/>
            <a:r>
              <a:rPr lang="en-US" sz="2400" b="1" dirty="0"/>
              <a:t>Project Management and Leadership in Teams</a:t>
            </a:r>
          </a:p>
          <a:p>
            <a:pPr algn="ctr"/>
            <a:endParaRPr lang="en-US" sz="2400" dirty="0"/>
          </a:p>
          <a:p>
            <a:pPr algn="ctr"/>
            <a:r>
              <a:rPr lang="en-US" sz="2400" dirty="0"/>
              <a:t>Lecture</a:t>
            </a:r>
          </a:p>
          <a:p>
            <a:pPr algn="ctr"/>
            <a:endParaRPr lang="en-US" sz="2400" dirty="0"/>
          </a:p>
          <a:p>
            <a:pPr algn="ctr"/>
            <a:r>
              <a:rPr lang="en-US" sz="2400" dirty="0"/>
              <a:t>Week 3</a:t>
            </a:r>
            <a:endParaRPr lang="en-GB" sz="2400" dirty="0"/>
          </a:p>
        </p:txBody>
      </p:sp>
    </p:spTree>
    <p:extLst>
      <p:ext uri="{BB962C8B-B14F-4D97-AF65-F5344CB8AC3E}">
        <p14:creationId xmlns:p14="http://schemas.microsoft.com/office/powerpoint/2010/main" val="3981095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247FE-99C8-784B-D5BA-A1D74CEC1C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738195-11D8-647F-A3D4-2A284978FD1E}"/>
              </a:ext>
            </a:extLst>
          </p:cNvPr>
          <p:cNvSpPr>
            <a:spLocks noGrp="1"/>
          </p:cNvSpPr>
          <p:nvPr>
            <p:ph type="title"/>
          </p:nvPr>
        </p:nvSpPr>
        <p:spPr/>
        <p:txBody>
          <a:bodyPr/>
          <a:lstStyle/>
          <a:p>
            <a:r>
              <a:rPr lang="en-ZA" dirty="0">
                <a:latin typeface="Arial" panose="020B0604020202020204" pitchFamily="34" charset="0"/>
                <a:cs typeface="Arial" panose="020B0604020202020204" pitchFamily="34" charset="0"/>
              </a:rPr>
              <a:t>LECTURE OVERVIEW</a:t>
            </a:r>
            <a:endParaRPr lang="en-ZA" dirty="0"/>
          </a:p>
        </p:txBody>
      </p:sp>
      <p:graphicFrame>
        <p:nvGraphicFramePr>
          <p:cNvPr id="5" name="Content Placeholder 2">
            <a:extLst>
              <a:ext uri="{FF2B5EF4-FFF2-40B4-BE49-F238E27FC236}">
                <a16:creationId xmlns:a16="http://schemas.microsoft.com/office/drawing/2014/main" id="{D5B7F616-8CF4-FB50-3967-DAB12B7DA3AB}"/>
              </a:ext>
            </a:extLst>
          </p:cNvPr>
          <p:cNvGraphicFramePr>
            <a:graphicFrameLocks noGrp="1"/>
          </p:cNvGraphicFramePr>
          <p:nvPr>
            <p:ph idx="1"/>
          </p:nvPr>
        </p:nvGraphicFramePr>
        <p:xfrm>
          <a:off x="822959" y="1845734"/>
          <a:ext cx="7543801"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65329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34D5-870A-A230-9F9E-6578D2F43136}"/>
              </a:ext>
            </a:extLst>
          </p:cNvPr>
          <p:cNvSpPr>
            <a:spLocks noGrp="1"/>
          </p:cNvSpPr>
          <p:nvPr>
            <p:ph type="title"/>
          </p:nvPr>
        </p:nvSpPr>
        <p:spPr/>
        <p:txBody>
          <a:bodyPr>
            <a:normAutofit fontScale="90000"/>
          </a:bodyPr>
          <a:lstStyle/>
          <a:p>
            <a:br>
              <a:rPr lang="en-ZA" b="1" dirty="0"/>
            </a:br>
            <a:r>
              <a:rPr lang="en-ZA" dirty="0"/>
              <a:t>LEARNING OUTCOMES</a:t>
            </a:r>
            <a:br>
              <a:rPr lang="en-ZA" b="1" dirty="0"/>
            </a:br>
            <a:endParaRPr lang="en-ZA" dirty="0"/>
          </a:p>
        </p:txBody>
      </p:sp>
      <p:graphicFrame>
        <p:nvGraphicFramePr>
          <p:cNvPr id="5" name="Content Placeholder 2">
            <a:extLst>
              <a:ext uri="{FF2B5EF4-FFF2-40B4-BE49-F238E27FC236}">
                <a16:creationId xmlns:a16="http://schemas.microsoft.com/office/drawing/2014/main" id="{0194FBFB-67F1-CE62-92FA-1A36BD2438E0}"/>
              </a:ext>
            </a:extLst>
          </p:cNvPr>
          <p:cNvGraphicFramePr>
            <a:graphicFrameLocks noGrp="1"/>
          </p:cNvGraphicFramePr>
          <p:nvPr>
            <p:ph idx="1"/>
          </p:nvPr>
        </p:nvGraphicFramePr>
        <p:xfrm>
          <a:off x="822959" y="1845734"/>
          <a:ext cx="7543801"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72780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1">
            <a:extLst>
              <a:ext uri="{FF2B5EF4-FFF2-40B4-BE49-F238E27FC236}">
                <a16:creationId xmlns:a16="http://schemas.microsoft.com/office/drawing/2014/main" id="{EF104428-AAE9-A75D-0E25-8EC705891980}"/>
              </a:ext>
            </a:extLst>
          </p:cNvPr>
          <p:cNvSpPr>
            <a:spLocks noGrp="1"/>
          </p:cNvSpPr>
          <p:nvPr>
            <p:ph type="title"/>
          </p:nvPr>
        </p:nvSpPr>
        <p:spPr>
          <a:xfrm>
            <a:off x="369277" y="605896"/>
            <a:ext cx="2313633" cy="5646208"/>
          </a:xfrm>
        </p:spPr>
        <p:txBody>
          <a:bodyPr anchor="ctr">
            <a:normAutofit/>
          </a:bodyPr>
          <a:lstStyle/>
          <a:p>
            <a:r>
              <a:rPr lang="en-ZA" sz="3100" b="1">
                <a:solidFill>
                  <a:srgbClr val="FFFFFF"/>
                </a:solidFill>
              </a:rPr>
              <a:t>What Is a Project?</a:t>
            </a:r>
            <a:br>
              <a:rPr lang="en-ZA" sz="3100" b="1">
                <a:solidFill>
                  <a:srgbClr val="FFFFFF"/>
                </a:solidFill>
              </a:rPr>
            </a:br>
            <a:endParaRPr lang="en-ZA" sz="3100">
              <a:solidFill>
                <a:srgbClr val="FFFFFF"/>
              </a:solidFill>
            </a:endParaRP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3" name="Content Placeholder 2">
            <a:extLst>
              <a:ext uri="{FF2B5EF4-FFF2-40B4-BE49-F238E27FC236}">
                <a16:creationId xmlns:a16="http://schemas.microsoft.com/office/drawing/2014/main" id="{4590A682-1B65-FF91-AC00-D0C01305DBFF}"/>
              </a:ext>
            </a:extLst>
          </p:cNvPr>
          <p:cNvSpPr>
            <a:spLocks noGrp="1"/>
          </p:cNvSpPr>
          <p:nvPr>
            <p:ph idx="1"/>
          </p:nvPr>
        </p:nvSpPr>
        <p:spPr>
          <a:xfrm>
            <a:off x="3556512" y="605896"/>
            <a:ext cx="4810247" cy="5646208"/>
          </a:xfrm>
        </p:spPr>
        <p:txBody>
          <a:bodyPr anchor="ctr">
            <a:normAutofit/>
          </a:bodyPr>
          <a:lstStyle/>
          <a:p>
            <a:r>
              <a:rPr lang="en-ZA" sz="1700"/>
              <a:t>“A project can be considered as a series of activities and tasks that have a specific objective to be completed within certain specifications, defined start and end dates, funding limits, and resources). Kerzner, H. (2017, p.2). </a:t>
            </a:r>
          </a:p>
          <a:p>
            <a:endParaRPr lang="en-ZA" sz="1700"/>
          </a:p>
          <a:p>
            <a:r>
              <a:rPr lang="en-ZA" sz="1700"/>
              <a:t>“A project is an </a:t>
            </a:r>
            <a:r>
              <a:rPr lang="en-ZA" sz="1700" err="1"/>
              <a:t>endeavor</a:t>
            </a:r>
            <a:r>
              <a:rPr lang="en-ZA" sz="1700"/>
              <a:t> in which human, material, and financial resources are organized in a novel way to undertake a unique scope of work within constraints of cost and time.” Turner, J. R. (2009, p.4)</a:t>
            </a:r>
          </a:p>
          <a:p>
            <a:endParaRPr lang="en-ZA" sz="1700" i="1"/>
          </a:p>
          <a:p>
            <a:r>
              <a:rPr lang="en-ZA" sz="1700"/>
              <a:t>“A project is a complex, non-routine, one-time effort limited by time, budget, resources, and performance specifications.” (Gray, C. F., &amp; Larson, E. W. 2020. p.4).</a:t>
            </a:r>
          </a:p>
          <a:p>
            <a:endParaRPr lang="en-ZA" sz="1700"/>
          </a:p>
          <a:p>
            <a:r>
              <a:rPr lang="en-ZA" sz="1700"/>
              <a:t>“A project is a combination of human and nonhuman resources pulled together into a temporary organization to achieve a specified purpose.” Cleland, D. I., &amp; Ireland, L. R. 2007, p.4)</a:t>
            </a:r>
          </a:p>
        </p:txBody>
      </p:sp>
    </p:spTree>
    <p:extLst>
      <p:ext uri="{BB962C8B-B14F-4D97-AF65-F5344CB8AC3E}">
        <p14:creationId xmlns:p14="http://schemas.microsoft.com/office/powerpoint/2010/main" val="1746961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2FFCF8-38FB-BC8E-35EE-57823AD6BA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1">
            <a:extLst>
              <a:ext uri="{FF2B5EF4-FFF2-40B4-BE49-F238E27FC236}">
                <a16:creationId xmlns:a16="http://schemas.microsoft.com/office/drawing/2014/main" id="{6CE9A36F-C6A7-6C4A-D261-3A37908904B1}"/>
              </a:ext>
            </a:extLst>
          </p:cNvPr>
          <p:cNvSpPr>
            <a:spLocks noGrp="1"/>
          </p:cNvSpPr>
          <p:nvPr>
            <p:ph type="title"/>
          </p:nvPr>
        </p:nvSpPr>
        <p:spPr>
          <a:xfrm>
            <a:off x="369277" y="605896"/>
            <a:ext cx="2313633" cy="5646208"/>
          </a:xfrm>
        </p:spPr>
        <p:txBody>
          <a:bodyPr anchor="ctr">
            <a:normAutofit/>
          </a:bodyPr>
          <a:lstStyle/>
          <a:p>
            <a:br>
              <a:rPr lang="en-ZA" sz="3100" b="1">
                <a:solidFill>
                  <a:srgbClr val="FFFFFF"/>
                </a:solidFill>
              </a:rPr>
            </a:br>
            <a:br>
              <a:rPr lang="en-ZA" sz="3100" b="1">
                <a:solidFill>
                  <a:srgbClr val="FFFFFF"/>
                </a:solidFill>
              </a:rPr>
            </a:br>
            <a:br>
              <a:rPr lang="en-ZA" sz="3100" b="1">
                <a:solidFill>
                  <a:srgbClr val="FFFFFF"/>
                </a:solidFill>
              </a:rPr>
            </a:br>
            <a:br>
              <a:rPr lang="en-ZA" sz="3100" b="1">
                <a:solidFill>
                  <a:srgbClr val="FFFFFF"/>
                </a:solidFill>
              </a:rPr>
            </a:br>
            <a:br>
              <a:rPr lang="en-ZA" sz="3100" b="1">
                <a:solidFill>
                  <a:srgbClr val="FFFFFF"/>
                </a:solidFill>
              </a:rPr>
            </a:br>
            <a:br>
              <a:rPr lang="en-ZA" sz="3100">
                <a:solidFill>
                  <a:srgbClr val="FFFFFF"/>
                </a:solidFill>
              </a:rPr>
            </a:br>
            <a:r>
              <a:rPr lang="en-ZA" sz="3100" b="1">
                <a:solidFill>
                  <a:srgbClr val="FFFFFF"/>
                </a:solidFill>
              </a:rPr>
              <a:t>Key features of projects:</a:t>
            </a:r>
            <a:br>
              <a:rPr lang="en-ZA" sz="3100" b="1">
                <a:solidFill>
                  <a:srgbClr val="FFFFFF"/>
                </a:solidFill>
              </a:rPr>
            </a:br>
            <a:endParaRPr lang="en-ZA" sz="3100">
              <a:solidFill>
                <a:srgbClr val="FFFFFF"/>
              </a:solidFill>
            </a:endParaRP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3" name="Content Placeholder 2">
            <a:extLst>
              <a:ext uri="{FF2B5EF4-FFF2-40B4-BE49-F238E27FC236}">
                <a16:creationId xmlns:a16="http://schemas.microsoft.com/office/drawing/2014/main" id="{6C8A1EFF-BD81-6CF6-8156-207F4481EC9A}"/>
              </a:ext>
            </a:extLst>
          </p:cNvPr>
          <p:cNvSpPr>
            <a:spLocks noGrp="1"/>
          </p:cNvSpPr>
          <p:nvPr>
            <p:ph idx="1"/>
          </p:nvPr>
        </p:nvSpPr>
        <p:spPr>
          <a:xfrm>
            <a:off x="3556512" y="605896"/>
            <a:ext cx="4810247" cy="5646208"/>
          </a:xfrm>
        </p:spPr>
        <p:txBody>
          <a:bodyPr anchor="ctr">
            <a:normAutofit/>
          </a:bodyPr>
          <a:lstStyle/>
          <a:p>
            <a:r>
              <a:rPr lang="en-ZA" sz="1900" b="1"/>
              <a:t>Temporary nature: </a:t>
            </a:r>
            <a:r>
              <a:rPr lang="en-ZA" sz="1900"/>
              <a:t>defined beginning and end</a:t>
            </a:r>
          </a:p>
          <a:p>
            <a:r>
              <a:rPr lang="en-ZA" sz="1900" b="1"/>
              <a:t>Unique objectives or deliverables: </a:t>
            </a:r>
            <a:r>
              <a:rPr lang="en-ZA" sz="1900"/>
              <a:t>unique product, service, or result</a:t>
            </a:r>
          </a:p>
          <a:p>
            <a:r>
              <a:rPr lang="en-ZA" sz="1900" b="1"/>
              <a:t>Specific goals and objectives: </a:t>
            </a:r>
            <a:r>
              <a:rPr lang="en-ZA" sz="1900"/>
              <a:t>clearly defined outcomes</a:t>
            </a:r>
          </a:p>
          <a:p>
            <a:r>
              <a:rPr lang="en-ZA" sz="1900" b="1"/>
              <a:t>Defined scope: </a:t>
            </a:r>
            <a:r>
              <a:rPr lang="en-ZA" sz="1900"/>
              <a:t>clearly outlined work requirements and boundaries</a:t>
            </a:r>
          </a:p>
          <a:p>
            <a:r>
              <a:rPr lang="en-ZA" sz="1900" b="1"/>
              <a:t>Limited resources: </a:t>
            </a:r>
            <a:r>
              <a:rPr lang="en-ZA" sz="1900"/>
              <a:t>constraints such as time, budget, people, and materials.</a:t>
            </a:r>
          </a:p>
          <a:p>
            <a:r>
              <a:rPr lang="en-ZA" sz="1900" b="1"/>
              <a:t>Interrelated activities: </a:t>
            </a:r>
            <a:r>
              <a:rPr lang="en-ZA" sz="1900"/>
              <a:t>planned and coordinated tasks or activities</a:t>
            </a:r>
          </a:p>
          <a:p>
            <a:r>
              <a:rPr lang="en-ZA" sz="1900" b="1"/>
              <a:t>Risk and uncertainty</a:t>
            </a:r>
            <a:endParaRPr lang="en-ZA" sz="1900"/>
          </a:p>
          <a:p>
            <a:r>
              <a:rPr lang="en-ZA" sz="1900" b="1"/>
              <a:t>Team-based effort</a:t>
            </a:r>
            <a:r>
              <a:rPr lang="en-ZA" sz="1900"/>
              <a:t>: collaboration among individuals with different skills and responsibilities.</a:t>
            </a:r>
            <a:br>
              <a:rPr lang="en-ZA" sz="1900"/>
            </a:br>
            <a:endParaRPr lang="en-ZA" sz="1900"/>
          </a:p>
          <a:p>
            <a:endParaRPr lang="en-ZA" sz="1900"/>
          </a:p>
          <a:p>
            <a:endParaRPr lang="en-ZA" sz="1900"/>
          </a:p>
        </p:txBody>
      </p:sp>
    </p:spTree>
    <p:extLst>
      <p:ext uri="{BB962C8B-B14F-4D97-AF65-F5344CB8AC3E}">
        <p14:creationId xmlns:p14="http://schemas.microsoft.com/office/powerpoint/2010/main" val="945378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D02A5-F44A-A801-E944-C972EC6A6D32}"/>
              </a:ext>
            </a:extLst>
          </p:cNvPr>
          <p:cNvSpPr>
            <a:spLocks noGrp="1"/>
          </p:cNvSpPr>
          <p:nvPr>
            <p:ph type="title"/>
          </p:nvPr>
        </p:nvSpPr>
        <p:spPr/>
        <p:txBody>
          <a:bodyPr/>
          <a:lstStyle/>
          <a:p>
            <a:r>
              <a:rPr lang="en-ZA" b="1" dirty="0"/>
              <a:t>Projects vs Routine Operations</a:t>
            </a:r>
            <a:br>
              <a:rPr lang="en-ZA" b="1" dirty="0"/>
            </a:br>
            <a:endParaRPr lang="en-ZA" dirty="0"/>
          </a:p>
        </p:txBody>
      </p:sp>
      <p:sp>
        <p:nvSpPr>
          <p:cNvPr id="3" name="Content Placeholder 2">
            <a:extLst>
              <a:ext uri="{FF2B5EF4-FFF2-40B4-BE49-F238E27FC236}">
                <a16:creationId xmlns:a16="http://schemas.microsoft.com/office/drawing/2014/main" id="{3675044E-D942-3CDF-76B5-04812EB7F758}"/>
              </a:ext>
            </a:extLst>
          </p:cNvPr>
          <p:cNvSpPr>
            <a:spLocks noGrp="1"/>
          </p:cNvSpPr>
          <p:nvPr>
            <p:ph idx="1"/>
          </p:nvPr>
        </p:nvSpPr>
        <p:spPr/>
        <p:txBody>
          <a:bodyPr>
            <a:normAutofit lnSpcReduction="10000"/>
          </a:bodyPr>
          <a:lstStyle/>
          <a:p>
            <a:r>
              <a:rPr lang="en-ZA" b="1" dirty="0"/>
              <a:t>Routine operations (business-as-usual):</a:t>
            </a:r>
            <a:endParaRPr lang="en-ZA" dirty="0"/>
          </a:p>
          <a:p>
            <a:r>
              <a:rPr lang="en-ZA" dirty="0"/>
              <a:t>Repetitive tasks (e.g., payroll processing, daily customer support)</a:t>
            </a:r>
          </a:p>
          <a:p>
            <a:r>
              <a:rPr lang="en-ZA" dirty="0"/>
              <a:t>Stable processes, consistent output</a:t>
            </a:r>
          </a:p>
          <a:p>
            <a:r>
              <a:rPr lang="en-ZA" dirty="0"/>
              <a:t>Performance measured by efficiency and consistency</a:t>
            </a:r>
          </a:p>
          <a:p>
            <a:r>
              <a:rPr lang="en-ZA" b="1" dirty="0"/>
              <a:t>Projects:</a:t>
            </a:r>
            <a:endParaRPr lang="en-ZA" dirty="0"/>
          </a:p>
          <a:p>
            <a:r>
              <a:rPr lang="en-ZA" dirty="0"/>
              <a:t>Non-routine and changing (e.g., launching a new app, opening a new hospital unit)</a:t>
            </a:r>
          </a:p>
          <a:p>
            <a:r>
              <a:rPr lang="en-ZA" dirty="0"/>
              <a:t>Require planning, coordination, and problem-solving</a:t>
            </a:r>
          </a:p>
          <a:p>
            <a:r>
              <a:rPr lang="en-ZA" dirty="0"/>
              <a:t>Performance measured by </a:t>
            </a:r>
            <a:r>
              <a:rPr lang="en-ZA" b="1" dirty="0"/>
              <a:t>scope, time, cost, quality, stakeholder satisfaction</a:t>
            </a:r>
            <a:endParaRPr lang="en-ZA" dirty="0"/>
          </a:p>
          <a:p>
            <a:endParaRPr lang="en-ZA" dirty="0"/>
          </a:p>
        </p:txBody>
      </p:sp>
    </p:spTree>
    <p:extLst>
      <p:ext uri="{BB962C8B-B14F-4D97-AF65-F5344CB8AC3E}">
        <p14:creationId xmlns:p14="http://schemas.microsoft.com/office/powerpoint/2010/main" val="3296558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1BBAB2-994C-02A6-223C-F7090CCA8F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CD439-B91F-D1D8-6541-7A57EC725B1E}"/>
              </a:ext>
            </a:extLst>
          </p:cNvPr>
          <p:cNvSpPr>
            <a:spLocks noGrp="1"/>
          </p:cNvSpPr>
          <p:nvPr>
            <p:ph type="title"/>
          </p:nvPr>
        </p:nvSpPr>
        <p:spPr>
          <a:xfrm>
            <a:off x="822960" y="286603"/>
            <a:ext cx="7543800" cy="1450757"/>
          </a:xfrm>
        </p:spPr>
        <p:txBody>
          <a:bodyPr>
            <a:normAutofit/>
          </a:bodyPr>
          <a:lstStyle/>
          <a:p>
            <a:r>
              <a:rPr lang="en-ZA" dirty="0"/>
              <a:t>Exercise 1</a:t>
            </a:r>
          </a:p>
        </p:txBody>
      </p:sp>
      <p:pic>
        <p:nvPicPr>
          <p:cNvPr id="8" name="Graphic 7" descr="Users">
            <a:extLst>
              <a:ext uri="{FF2B5EF4-FFF2-40B4-BE49-F238E27FC236}">
                <a16:creationId xmlns:a16="http://schemas.microsoft.com/office/drawing/2014/main" id="{F7EA36ED-4C43-41AB-ABE6-D10AE562B31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7324" y="2491200"/>
            <a:ext cx="2321247" cy="2321247"/>
          </a:xfrm>
          <a:prstGeom prst="rect">
            <a:avLst/>
          </a:prstGeom>
        </p:spPr>
      </p:pic>
      <p:sp>
        <p:nvSpPr>
          <p:cNvPr id="4" name="Rectangle 1">
            <a:extLst>
              <a:ext uri="{FF2B5EF4-FFF2-40B4-BE49-F238E27FC236}">
                <a16:creationId xmlns:a16="http://schemas.microsoft.com/office/drawing/2014/main" id="{54A3D70F-03BE-5EE8-0A10-E02906DF8EF7}"/>
              </a:ext>
            </a:extLst>
          </p:cNvPr>
          <p:cNvSpPr>
            <a:spLocks noGrp="1" noChangeArrowheads="1"/>
          </p:cNvSpPr>
          <p:nvPr>
            <p:ph idx="1"/>
          </p:nvPr>
        </p:nvSpPr>
        <p:spPr bwMode="auto">
          <a:xfrm>
            <a:off x="3479799" y="1845734"/>
            <a:ext cx="4886961" cy="402336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spcBef>
                <a:spcPct val="0"/>
              </a:spcBef>
              <a:spcAft>
                <a:spcPts val="600"/>
              </a:spcAft>
              <a:buClrTx/>
              <a:buSzTx/>
              <a:buFontTx/>
              <a:buNone/>
              <a:tabLst/>
            </a:pPr>
            <a:r>
              <a:rPr kumimoji="0" lang="en-US" altLang="en-US" sz="1700" b="1" i="0" u="none" strike="noStrike" cap="none" normalizeH="0" baseline="0" dirty="0">
                <a:ln>
                  <a:noFill/>
                </a:ln>
                <a:effectLst/>
                <a:latin typeface="Arial" panose="020B0604020202020204" pitchFamily="34" charset="0"/>
              </a:rPr>
              <a:t>Time:</a:t>
            </a:r>
            <a:r>
              <a:rPr kumimoji="0" lang="en-US" altLang="en-US" sz="1700" b="0" i="0" u="none" strike="noStrike" cap="none" normalizeH="0" baseline="0" dirty="0">
                <a:ln>
                  <a:noFill/>
                </a:ln>
                <a:effectLst/>
                <a:latin typeface="Arial" panose="020B0604020202020204" pitchFamily="34" charset="0"/>
              </a:rPr>
              <a:t> 10 minutes</a:t>
            </a:r>
            <a:br>
              <a:rPr kumimoji="0" lang="en-US" altLang="en-US" sz="1700" b="0" i="0" u="none" strike="noStrike" cap="none" normalizeH="0" baseline="0" dirty="0">
                <a:ln>
                  <a:noFill/>
                </a:ln>
                <a:effectLst/>
                <a:latin typeface="Arial" panose="020B0604020202020204" pitchFamily="34" charset="0"/>
              </a:rPr>
            </a:br>
            <a:r>
              <a:rPr kumimoji="0" lang="en-US" altLang="en-US" sz="1700" b="1" i="0" u="none" strike="noStrike" cap="none" normalizeH="0" baseline="0" dirty="0">
                <a:ln>
                  <a:noFill/>
                </a:ln>
                <a:effectLst/>
                <a:latin typeface="Arial" panose="020B0604020202020204" pitchFamily="34" charset="0"/>
              </a:rPr>
              <a:t>Group size:</a:t>
            </a:r>
            <a:r>
              <a:rPr kumimoji="0" lang="en-US" altLang="en-US" sz="1700" b="0" i="0" u="none" strike="noStrike" cap="none" normalizeH="0" baseline="0" dirty="0">
                <a:ln>
                  <a:noFill/>
                </a:ln>
                <a:effectLst/>
                <a:latin typeface="Arial" panose="020B0604020202020204" pitchFamily="34" charset="0"/>
              </a:rPr>
              <a:t> 5 </a:t>
            </a:r>
          </a:p>
          <a:p>
            <a:pPr marL="0" marR="0" lvl="0" indent="0" defTabSz="914400" rtl="0" eaLnBrk="0" fontAlgn="base" latinLnBrk="0" hangingPunct="0">
              <a:spcBef>
                <a:spcPct val="0"/>
              </a:spcBef>
              <a:spcAft>
                <a:spcPts val="600"/>
              </a:spcAft>
              <a:buClrTx/>
              <a:buSzTx/>
              <a:buFontTx/>
              <a:buNone/>
              <a:tabLst/>
            </a:pPr>
            <a:r>
              <a:rPr kumimoji="0" lang="en-US" altLang="en-US" sz="1700" b="1" i="0" u="none" strike="noStrike" cap="none" normalizeH="0" baseline="0" dirty="0">
                <a:ln>
                  <a:noFill/>
                </a:ln>
                <a:effectLst/>
                <a:latin typeface="Arial" panose="020B0604020202020204" pitchFamily="34" charset="0"/>
              </a:rPr>
              <a:t>Task</a:t>
            </a:r>
            <a:r>
              <a:rPr lang="en-US" altLang="en-US" sz="1700" dirty="0">
                <a:latin typeface="Arial" panose="020B0604020202020204" pitchFamily="34" charset="0"/>
              </a:rPr>
              <a:t>: </a:t>
            </a:r>
            <a:r>
              <a:rPr kumimoji="0" lang="en-US" altLang="en-US" sz="1700" b="0" i="0" u="none" strike="noStrike" cap="none" normalizeH="0" baseline="0" dirty="0">
                <a:ln>
                  <a:noFill/>
                </a:ln>
                <a:effectLst/>
                <a:latin typeface="Arial" panose="020B0604020202020204" pitchFamily="34" charset="0"/>
              </a:rPr>
              <a:t>A university wants to introduce a new online learning system within </a:t>
            </a:r>
          </a:p>
          <a:p>
            <a:pPr marL="0" marR="0" lvl="0" indent="0" defTabSz="914400" rtl="0" eaLnBrk="0" fontAlgn="base" latinLnBrk="0" hangingPunct="0">
              <a:spcBef>
                <a:spcPct val="0"/>
              </a:spcBef>
              <a:spcAft>
                <a:spcPts val="600"/>
              </a:spcAft>
              <a:buClrTx/>
              <a:buSzTx/>
              <a:buFontTx/>
              <a:buNone/>
              <a:tabLst/>
            </a:pPr>
            <a:r>
              <a:rPr kumimoji="0" lang="en-US" altLang="en-US" sz="1700" b="0" i="0" u="none" strike="noStrike" cap="none" normalizeH="0" baseline="0" dirty="0">
                <a:ln>
                  <a:noFill/>
                </a:ln>
                <a:effectLst/>
                <a:latin typeface="Arial" panose="020B0604020202020204" pitchFamily="34" charset="0"/>
              </a:rPr>
              <a:t>6 months using a limited budget and a team of IT staff, lecturers, and consultants.</a:t>
            </a:r>
          </a:p>
          <a:p>
            <a:pPr marL="0" marR="0" lvl="0" indent="0" defTabSz="914400" rtl="0" eaLnBrk="0" fontAlgn="base" latinLnBrk="0" hangingPunct="0">
              <a:spcBef>
                <a:spcPct val="0"/>
              </a:spcBef>
              <a:spcAft>
                <a:spcPts val="600"/>
              </a:spcAft>
              <a:buClrTx/>
              <a:buSzTx/>
              <a:buFontTx/>
              <a:buNone/>
              <a:tabLst/>
            </a:pPr>
            <a:r>
              <a:rPr kumimoji="0" lang="en-US" altLang="en-US" sz="1700" b="0" i="0" u="none" strike="noStrike" cap="none" normalizeH="0" baseline="0" dirty="0">
                <a:ln>
                  <a:noFill/>
                </a:ln>
                <a:effectLst/>
                <a:latin typeface="Arial" panose="020B0604020202020204" pitchFamily="34" charset="0"/>
              </a:rPr>
              <a:t>As a group, identify:</a:t>
            </a:r>
          </a:p>
          <a:p>
            <a:pPr marL="0" marR="0" lvl="0" indent="0" defTabSz="914400" rtl="0" eaLnBrk="0" fontAlgn="base" latinLnBrk="0" hangingPunct="0">
              <a:spcBef>
                <a:spcPct val="0"/>
              </a:spcBef>
              <a:spcAft>
                <a:spcPts val="600"/>
              </a:spcAft>
              <a:buClr>
                <a:srgbClr val="C00000"/>
              </a:buClr>
              <a:buSzTx/>
              <a:buFontTx/>
              <a:buChar char="•"/>
              <a:tabLst/>
            </a:pPr>
            <a:r>
              <a:rPr kumimoji="0" lang="en-US" altLang="en-US" sz="1700" b="0" i="0" u="none" strike="noStrike" cap="none" normalizeH="0" baseline="0" dirty="0">
                <a:ln>
                  <a:noFill/>
                </a:ln>
                <a:effectLst/>
                <a:latin typeface="Arial" panose="020B0604020202020204" pitchFamily="34" charset="0"/>
              </a:rPr>
              <a:t>Project goal</a:t>
            </a:r>
          </a:p>
          <a:p>
            <a:pPr marL="0" marR="0" lvl="0" indent="0" defTabSz="914400" rtl="0" eaLnBrk="0" fontAlgn="base" latinLnBrk="0" hangingPunct="0">
              <a:spcBef>
                <a:spcPct val="0"/>
              </a:spcBef>
              <a:spcAft>
                <a:spcPts val="600"/>
              </a:spcAft>
              <a:buClr>
                <a:srgbClr val="C00000"/>
              </a:buClr>
              <a:buSzTx/>
              <a:buFontTx/>
              <a:buChar char="•"/>
              <a:tabLst/>
            </a:pPr>
            <a:r>
              <a:rPr kumimoji="0" lang="en-US" altLang="en-US" sz="1700" b="0" i="0" u="none" strike="noStrike" cap="none" normalizeH="0" baseline="0" dirty="0">
                <a:ln>
                  <a:noFill/>
                </a:ln>
                <a:effectLst/>
                <a:latin typeface="Arial" panose="020B0604020202020204" pitchFamily="34" charset="0"/>
              </a:rPr>
              <a:t>Project scope</a:t>
            </a:r>
          </a:p>
          <a:p>
            <a:pPr marL="0" marR="0" lvl="0" indent="0" defTabSz="914400" rtl="0" eaLnBrk="0" fontAlgn="base" latinLnBrk="0" hangingPunct="0">
              <a:spcBef>
                <a:spcPct val="0"/>
              </a:spcBef>
              <a:spcAft>
                <a:spcPts val="600"/>
              </a:spcAft>
              <a:buClr>
                <a:srgbClr val="C00000"/>
              </a:buClr>
              <a:buSzTx/>
              <a:buFontTx/>
              <a:buChar char="•"/>
              <a:tabLst/>
            </a:pPr>
            <a:r>
              <a:rPr kumimoji="0" lang="en-US" altLang="en-US" sz="1700" b="0" i="0" u="none" strike="noStrike" cap="none" normalizeH="0" baseline="0" dirty="0">
                <a:ln>
                  <a:noFill/>
                </a:ln>
                <a:effectLst/>
                <a:latin typeface="Arial" panose="020B0604020202020204" pitchFamily="34" charset="0"/>
              </a:rPr>
              <a:t>Resources</a:t>
            </a:r>
          </a:p>
          <a:p>
            <a:pPr marL="0" marR="0" lvl="0" indent="0" defTabSz="914400" rtl="0" eaLnBrk="0" fontAlgn="base" latinLnBrk="0" hangingPunct="0">
              <a:spcBef>
                <a:spcPct val="0"/>
              </a:spcBef>
              <a:spcAft>
                <a:spcPts val="600"/>
              </a:spcAft>
              <a:buClr>
                <a:srgbClr val="C00000"/>
              </a:buClr>
              <a:buSzTx/>
              <a:buFontTx/>
              <a:buChar char="•"/>
              <a:tabLst/>
            </a:pPr>
            <a:r>
              <a:rPr kumimoji="0" lang="en-US" altLang="en-US" sz="1700" b="0" i="0" u="none" strike="noStrike" cap="none" normalizeH="0" baseline="0" dirty="0">
                <a:ln>
                  <a:noFill/>
                </a:ln>
                <a:effectLst/>
                <a:latin typeface="Arial" panose="020B0604020202020204" pitchFamily="34" charset="0"/>
              </a:rPr>
              <a:t>Risks</a:t>
            </a:r>
          </a:p>
          <a:p>
            <a:pPr marL="0" marR="0" lvl="0" indent="0" defTabSz="914400" rtl="0" eaLnBrk="0" fontAlgn="base" latinLnBrk="0" hangingPunct="0">
              <a:spcBef>
                <a:spcPct val="0"/>
              </a:spcBef>
              <a:spcAft>
                <a:spcPts val="600"/>
              </a:spcAft>
              <a:buClr>
                <a:srgbClr val="C00000"/>
              </a:buClr>
              <a:buSzTx/>
              <a:buFontTx/>
              <a:buChar char="•"/>
              <a:tabLst/>
            </a:pPr>
            <a:r>
              <a:rPr kumimoji="0" lang="en-US" altLang="en-US" sz="1700" b="0" i="0" u="none" strike="noStrike" cap="none" normalizeH="0" baseline="0" dirty="0">
                <a:ln>
                  <a:noFill/>
                </a:ln>
                <a:effectLst/>
                <a:latin typeface="Arial" panose="020B0604020202020204" pitchFamily="34" charset="0"/>
              </a:rPr>
              <a:t>Deliverables</a:t>
            </a:r>
          </a:p>
          <a:p>
            <a:pPr marL="0" marR="0" lvl="0" indent="0" defTabSz="914400" rtl="0" eaLnBrk="0" fontAlgn="base" latinLnBrk="0" hangingPunct="0">
              <a:spcBef>
                <a:spcPct val="0"/>
              </a:spcBef>
              <a:spcAft>
                <a:spcPts val="600"/>
              </a:spcAft>
              <a:buClr>
                <a:srgbClr val="C00000"/>
              </a:buClr>
              <a:buSzTx/>
              <a:buFontTx/>
              <a:buChar char="•"/>
              <a:tabLst/>
            </a:pPr>
            <a:r>
              <a:rPr kumimoji="0" lang="en-US" altLang="en-US" sz="1700" b="0" i="0" u="none" strike="noStrike" cap="none" normalizeH="0" baseline="0" dirty="0">
                <a:ln>
                  <a:noFill/>
                </a:ln>
                <a:effectLst/>
                <a:latin typeface="Arial" panose="020B0604020202020204" pitchFamily="34" charset="0"/>
              </a:rPr>
              <a:t>Timeline</a:t>
            </a:r>
          </a:p>
          <a:p>
            <a:pPr marL="0" marR="0" lvl="0" indent="0" defTabSz="914400" rtl="0" eaLnBrk="0" fontAlgn="base" latinLnBrk="0" hangingPunct="0">
              <a:spcBef>
                <a:spcPct val="0"/>
              </a:spcBef>
              <a:spcAft>
                <a:spcPts val="600"/>
              </a:spcAft>
              <a:buClrTx/>
              <a:buSzTx/>
              <a:buFontTx/>
              <a:buNone/>
              <a:tabLst/>
            </a:pPr>
            <a:endParaRPr kumimoji="0" lang="en-US" altLang="en-US" sz="17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3604482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2" name="Title 1">
            <a:extLst>
              <a:ext uri="{FF2B5EF4-FFF2-40B4-BE49-F238E27FC236}">
                <a16:creationId xmlns:a16="http://schemas.microsoft.com/office/drawing/2014/main" id="{020EB03A-5AD9-C9F8-A11B-484113CF3619}"/>
              </a:ext>
            </a:extLst>
          </p:cNvPr>
          <p:cNvSpPr>
            <a:spLocks noGrp="1"/>
          </p:cNvSpPr>
          <p:nvPr>
            <p:ph type="title"/>
          </p:nvPr>
        </p:nvSpPr>
        <p:spPr>
          <a:xfrm>
            <a:off x="369277" y="605896"/>
            <a:ext cx="2313633" cy="5646208"/>
          </a:xfrm>
        </p:spPr>
        <p:txBody>
          <a:bodyPr anchor="ctr">
            <a:normAutofit/>
          </a:bodyPr>
          <a:lstStyle/>
          <a:p>
            <a:r>
              <a:rPr lang="en-ZA" sz="3100" b="1">
                <a:solidFill>
                  <a:srgbClr val="FFFFFF"/>
                </a:solidFill>
              </a:rPr>
              <a:t>What Is a Project Team?</a:t>
            </a:r>
            <a:br>
              <a:rPr lang="en-ZA" sz="3100" b="1">
                <a:solidFill>
                  <a:srgbClr val="FFFFFF"/>
                </a:solidFill>
              </a:rPr>
            </a:br>
            <a:endParaRPr lang="en-ZA" sz="3100">
              <a:solidFill>
                <a:srgbClr val="FFFFFF"/>
              </a:solidFill>
            </a:endParaRP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ZA"/>
          </a:p>
        </p:txBody>
      </p:sp>
      <p:sp>
        <p:nvSpPr>
          <p:cNvPr id="3" name="Content Placeholder 2">
            <a:extLst>
              <a:ext uri="{FF2B5EF4-FFF2-40B4-BE49-F238E27FC236}">
                <a16:creationId xmlns:a16="http://schemas.microsoft.com/office/drawing/2014/main" id="{C7D8753F-090D-A1F9-33A8-CD63B9F1AB92}"/>
              </a:ext>
            </a:extLst>
          </p:cNvPr>
          <p:cNvSpPr>
            <a:spLocks noGrp="1"/>
          </p:cNvSpPr>
          <p:nvPr>
            <p:ph idx="1"/>
          </p:nvPr>
        </p:nvSpPr>
        <p:spPr>
          <a:xfrm>
            <a:off x="3556512" y="605896"/>
            <a:ext cx="4810247" cy="5646208"/>
          </a:xfrm>
        </p:spPr>
        <p:txBody>
          <a:bodyPr anchor="ctr">
            <a:normAutofit/>
          </a:bodyPr>
          <a:lstStyle/>
          <a:p>
            <a:r>
              <a:rPr lang="en-ZA" dirty="0"/>
              <a:t>A project team is “a group of individuals with complementary skills who work together to achieve a common project goal.” Kerzner (2017 p. 213).</a:t>
            </a:r>
          </a:p>
          <a:p>
            <a:r>
              <a:rPr lang="en-ZA" b="1" dirty="0"/>
              <a:t>Typical characteristics:</a:t>
            </a:r>
            <a:endParaRPr lang="en-ZA" dirty="0"/>
          </a:p>
          <a:p>
            <a:r>
              <a:rPr lang="en-ZA" dirty="0"/>
              <a:t>Often </a:t>
            </a:r>
            <a:r>
              <a:rPr lang="en-ZA" b="1" dirty="0"/>
              <a:t>cross-functional</a:t>
            </a:r>
            <a:r>
              <a:rPr lang="en-ZA" dirty="0"/>
              <a:t> (different skills and departments)</a:t>
            </a:r>
          </a:p>
          <a:p>
            <a:r>
              <a:rPr lang="en-ZA" b="1" dirty="0"/>
              <a:t>Interdependent work</a:t>
            </a:r>
            <a:r>
              <a:rPr lang="en-ZA" dirty="0"/>
              <a:t> (members rely on each other’s outputs)</a:t>
            </a:r>
          </a:p>
          <a:p>
            <a:r>
              <a:rPr lang="en-ZA" b="1" dirty="0"/>
              <a:t>Temporary structure</a:t>
            </a:r>
            <a:r>
              <a:rPr lang="en-ZA" dirty="0"/>
              <a:t> (team may dissolve after completion)</a:t>
            </a:r>
          </a:p>
          <a:p>
            <a:r>
              <a:rPr lang="en-ZA" dirty="0"/>
              <a:t>Multiple reporting lines (functional manager + project manager)</a:t>
            </a:r>
          </a:p>
          <a:p>
            <a:r>
              <a:rPr lang="en-ZA" dirty="0"/>
              <a:t>Includes internal and sometimes external members (vendors, consultants, partners)</a:t>
            </a:r>
          </a:p>
          <a:p>
            <a:endParaRPr lang="en-ZA" dirty="0"/>
          </a:p>
        </p:txBody>
      </p:sp>
    </p:spTree>
    <p:extLst>
      <p:ext uri="{BB962C8B-B14F-4D97-AF65-F5344CB8AC3E}">
        <p14:creationId xmlns:p14="http://schemas.microsoft.com/office/powerpoint/2010/main" val="3967924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2750" y="1916833"/>
            <a:ext cx="8229600" cy="4682404"/>
          </a:xfrm>
        </p:spPr>
        <p:txBody>
          <a:bodyPr/>
          <a:lstStyle/>
          <a:p>
            <a:pPr>
              <a:buNone/>
            </a:pPr>
            <a:r>
              <a:rPr lang="en-GB" dirty="0"/>
              <a:t>“Leadership is one of the most observed and least understood phenomena on earth.”</a:t>
            </a:r>
          </a:p>
          <a:p>
            <a:pPr>
              <a:buNone/>
            </a:pPr>
            <a:r>
              <a:rPr lang="en-GB" dirty="0"/>
              <a:t>James MacGregor Burns (1978: 2)</a:t>
            </a:r>
          </a:p>
          <a:p>
            <a:pPr>
              <a:buNone/>
            </a:pPr>
            <a:endParaRPr lang="en-GB" dirty="0"/>
          </a:p>
          <a:p>
            <a:pPr>
              <a:buNone/>
            </a:pPr>
            <a:r>
              <a:rPr lang="en-GB" dirty="0"/>
              <a:t>As Western (2013) points out, leadership is a contested term with multiple meanings and many different practical applications. </a:t>
            </a:r>
          </a:p>
          <a:p>
            <a:pPr>
              <a:buNone/>
            </a:pPr>
            <a:endParaRPr lang="en-GB" sz="1800" dirty="0">
              <a:effectLst/>
              <a:latin typeface="Arial" panose="020B0604020202020204" pitchFamily="34" charset="0"/>
              <a:ea typeface="Calibri" panose="020F0502020204030204" pitchFamily="34" charset="0"/>
            </a:endParaRPr>
          </a:p>
          <a:p>
            <a:pPr>
              <a:buNone/>
            </a:pPr>
            <a:r>
              <a:rPr lang="en-GB" dirty="0"/>
              <a:t>Burns (1978, stated in Ronald, 2014) claims that leadership “…..transforms followers, creates visions of the goals that may be obtained and articulates for the followers ways to obtain these goals”. </a:t>
            </a:r>
          </a:p>
        </p:txBody>
      </p:sp>
      <p:sp>
        <p:nvSpPr>
          <p:cNvPr id="2" name="Title 1"/>
          <p:cNvSpPr>
            <a:spLocks noGrp="1"/>
          </p:cNvSpPr>
          <p:nvPr>
            <p:ph type="title" idx="4294967295"/>
          </p:nvPr>
        </p:nvSpPr>
        <p:spPr>
          <a:xfrm>
            <a:off x="0" y="258763"/>
            <a:ext cx="8229600" cy="900112"/>
          </a:xfrm>
        </p:spPr>
        <p:txBody>
          <a:bodyPr>
            <a:normAutofit/>
          </a:bodyPr>
          <a:lstStyle/>
          <a:p>
            <a:r>
              <a:rPr lang="en-GB" b="1"/>
              <a:t>What is leadership?</a:t>
            </a:r>
            <a:endParaRPr lang="en-GB" dirty="0"/>
          </a:p>
        </p:txBody>
      </p:sp>
    </p:spTree>
    <p:extLst>
      <p:ext uri="{BB962C8B-B14F-4D97-AF65-F5344CB8AC3E}">
        <p14:creationId xmlns:p14="http://schemas.microsoft.com/office/powerpoint/2010/main" val="3035704052"/>
      </p:ext>
    </p:extLst>
  </p:cSld>
  <p:clrMapOvr>
    <a:masterClrMapping/>
  </p:clrMapOvr>
  <p:transition>
    <p:randomBar/>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340768"/>
            <a:ext cx="8318958" cy="6336704"/>
          </a:xfrm>
        </p:spPr>
        <p:txBody>
          <a:bodyPr>
            <a:normAutofit fontScale="92500" lnSpcReduction="20000"/>
          </a:bodyPr>
          <a:lstStyle/>
          <a:p>
            <a:pPr algn="just">
              <a:lnSpc>
                <a:spcPct val="90000"/>
              </a:lnSpc>
              <a:buNone/>
            </a:pPr>
            <a:r>
              <a:rPr lang="en-GB" sz="3000" dirty="0"/>
              <a:t>	</a:t>
            </a:r>
          </a:p>
          <a:p>
            <a:pPr algn="just">
              <a:lnSpc>
                <a:spcPct val="90000"/>
              </a:lnSpc>
              <a:buNone/>
            </a:pPr>
            <a:r>
              <a:rPr lang="en-GB" sz="3000" dirty="0"/>
              <a:t>	</a:t>
            </a:r>
          </a:p>
          <a:p>
            <a:pPr algn="just">
              <a:lnSpc>
                <a:spcPct val="90000"/>
              </a:lnSpc>
              <a:buNone/>
            </a:pPr>
            <a:r>
              <a:rPr lang="en-GB" sz="3000" dirty="0"/>
              <a:t>	“Leadership may be considered as the process (act) of influencing the activities of an organized group in its efforts toward goal setting and goal achievement.” </a:t>
            </a:r>
          </a:p>
          <a:p>
            <a:pPr algn="r">
              <a:lnSpc>
                <a:spcPct val="90000"/>
              </a:lnSpc>
              <a:buNone/>
            </a:pPr>
            <a:r>
              <a:rPr lang="en-GB" sz="3000" dirty="0"/>
              <a:t>(</a:t>
            </a:r>
            <a:r>
              <a:rPr lang="en-GB" sz="3000" dirty="0" err="1"/>
              <a:t>Stogdill</a:t>
            </a:r>
            <a:r>
              <a:rPr lang="en-GB" sz="3000" dirty="0"/>
              <a:t>, 1950:3)</a:t>
            </a:r>
          </a:p>
          <a:p>
            <a:pPr algn="r">
              <a:lnSpc>
                <a:spcPct val="90000"/>
              </a:lnSpc>
              <a:buNone/>
            </a:pPr>
            <a:endParaRPr lang="en-GB" sz="2800" dirty="0"/>
          </a:p>
          <a:p>
            <a:pPr algn="just">
              <a:lnSpc>
                <a:spcPct val="90000"/>
              </a:lnSpc>
              <a:buNone/>
            </a:pPr>
            <a:endParaRPr lang="en-GB" sz="1900" dirty="0"/>
          </a:p>
          <a:p>
            <a:pPr algn="just">
              <a:lnSpc>
                <a:spcPct val="90000"/>
              </a:lnSpc>
              <a:buNone/>
            </a:pPr>
            <a:endParaRPr lang="en-GB" sz="1900" dirty="0"/>
          </a:p>
          <a:p>
            <a:pPr algn="just">
              <a:lnSpc>
                <a:spcPct val="90000"/>
              </a:lnSpc>
              <a:buNone/>
            </a:pPr>
            <a:endParaRPr lang="en-GB" sz="1900" dirty="0"/>
          </a:p>
          <a:p>
            <a:pPr algn="just">
              <a:lnSpc>
                <a:spcPct val="90000"/>
              </a:lnSpc>
              <a:buNone/>
            </a:pPr>
            <a:r>
              <a:rPr lang="en-GB" sz="1900" dirty="0"/>
              <a:t>	</a:t>
            </a:r>
            <a:r>
              <a:rPr lang="en-GB" sz="1900" dirty="0" err="1"/>
              <a:t>Stogdill</a:t>
            </a:r>
            <a:r>
              <a:rPr lang="en-GB" sz="1900" dirty="0"/>
              <a:t>, R. M. (1950). Leadership, membership and organization. </a:t>
            </a:r>
            <a:r>
              <a:rPr lang="en-GB" sz="1900" i="1" dirty="0"/>
              <a:t>Psychological bulletin</a:t>
            </a:r>
            <a:r>
              <a:rPr lang="en-GB" sz="1900" dirty="0"/>
              <a:t>. 47: 1-14.</a:t>
            </a:r>
          </a:p>
          <a:p>
            <a:pPr algn="r">
              <a:lnSpc>
                <a:spcPct val="90000"/>
              </a:lnSpc>
              <a:buNone/>
            </a:pPr>
            <a:endParaRPr lang="en-GB" sz="2800" dirty="0"/>
          </a:p>
          <a:p>
            <a:pPr algn="just">
              <a:lnSpc>
                <a:spcPct val="90000"/>
              </a:lnSpc>
            </a:pPr>
            <a:endParaRPr lang="en-GB" sz="2800" dirty="0"/>
          </a:p>
          <a:p>
            <a:pPr algn="just">
              <a:lnSpc>
                <a:spcPct val="90000"/>
              </a:lnSpc>
              <a:buNone/>
            </a:pPr>
            <a:r>
              <a:rPr lang="en-GB" sz="2800" dirty="0"/>
              <a:t>	</a:t>
            </a:r>
            <a:endParaRPr lang="en-GB" dirty="0"/>
          </a:p>
        </p:txBody>
      </p:sp>
      <p:sp>
        <p:nvSpPr>
          <p:cNvPr id="4" name="Title 1">
            <a:extLst>
              <a:ext uri="{FF2B5EF4-FFF2-40B4-BE49-F238E27FC236}">
                <a16:creationId xmlns:a16="http://schemas.microsoft.com/office/drawing/2014/main" id="{52CB6726-5732-CF42-865E-3375C0C4FC0A}"/>
              </a:ext>
            </a:extLst>
          </p:cNvPr>
          <p:cNvSpPr>
            <a:spLocks noGrp="1"/>
          </p:cNvSpPr>
          <p:nvPr>
            <p:ph type="title" idx="4294967295"/>
          </p:nvPr>
        </p:nvSpPr>
        <p:spPr>
          <a:xfrm>
            <a:off x="0" y="258763"/>
            <a:ext cx="8229600" cy="900112"/>
          </a:xfrm>
        </p:spPr>
        <p:txBody>
          <a:bodyPr/>
          <a:lstStyle/>
          <a:p>
            <a:r>
              <a:rPr lang="en-GB" b="1" dirty="0">
                <a:solidFill>
                  <a:schemeClr val="bg1"/>
                </a:solidFill>
              </a:rPr>
              <a:t>What is leadership?</a:t>
            </a:r>
          </a:p>
        </p:txBody>
      </p:sp>
    </p:spTree>
    <p:extLst>
      <p:ext uri="{BB962C8B-B14F-4D97-AF65-F5344CB8AC3E}">
        <p14:creationId xmlns:p14="http://schemas.microsoft.com/office/powerpoint/2010/main" val="3612467199"/>
      </p:ext>
    </p:extLst>
  </p:cSld>
  <p:clrMapOvr>
    <a:masterClrMapping/>
  </p:clrMapOvr>
  <p:transition>
    <p:randomBa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614C02-AF9D-4D43-9140-20303B275881}"/>
              </a:ext>
            </a:extLst>
          </p:cNvPr>
          <p:cNvSpPr>
            <a:spLocks noGrp="1"/>
          </p:cNvSpPr>
          <p:nvPr>
            <p:ph idx="1"/>
          </p:nvPr>
        </p:nvSpPr>
        <p:spPr/>
        <p:txBody>
          <a:bodyPr/>
          <a:lstStyle/>
          <a:p>
            <a:r>
              <a:rPr lang="en-GB" dirty="0">
                <a:effectLst/>
                <a:latin typeface="Arial" panose="020B0604020202020204" pitchFamily="34" charset="0"/>
                <a:ea typeface="Calibri" panose="020F0502020204030204" pitchFamily="34" charset="0"/>
              </a:rPr>
              <a:t>Effective leadership is a complex matter because it is not neat and symmetrical but complex, dynamic and asymmetrical (Western, 2013).</a:t>
            </a:r>
          </a:p>
          <a:p>
            <a:r>
              <a:rPr lang="en-GB" dirty="0">
                <a:effectLst/>
                <a:latin typeface="Arial" panose="020B0604020202020204" pitchFamily="34" charset="0"/>
                <a:ea typeface="Calibri" panose="020F0502020204030204" pitchFamily="34" charset="0"/>
              </a:rPr>
              <a:t>The terms “management” and “leadership” are often used interchangeably (Ronald, 2014). </a:t>
            </a:r>
          </a:p>
          <a:p>
            <a:r>
              <a:rPr lang="en-GB" dirty="0">
                <a:effectLst/>
                <a:latin typeface="Arial" panose="020B0604020202020204" pitchFamily="34" charset="0"/>
                <a:ea typeface="Calibri" panose="020F0502020204030204" pitchFamily="34" charset="0"/>
              </a:rPr>
              <a:t>Indeed, Yukl (2002) considers that there is no real difference between management and leadership as managers perform leaders’ tasks and vice versa. </a:t>
            </a:r>
            <a:endParaRPr lang="en-GB" dirty="0"/>
          </a:p>
        </p:txBody>
      </p:sp>
      <p:sp>
        <p:nvSpPr>
          <p:cNvPr id="2" name="Title 1">
            <a:extLst>
              <a:ext uri="{FF2B5EF4-FFF2-40B4-BE49-F238E27FC236}">
                <a16:creationId xmlns:a16="http://schemas.microsoft.com/office/drawing/2014/main" id="{4DB28733-A880-48CC-9938-8952D84CDF6D}"/>
              </a:ext>
            </a:extLst>
          </p:cNvPr>
          <p:cNvSpPr>
            <a:spLocks noGrp="1"/>
          </p:cNvSpPr>
          <p:nvPr>
            <p:ph type="title" idx="4294967295"/>
          </p:nvPr>
        </p:nvSpPr>
        <p:spPr>
          <a:xfrm>
            <a:off x="0" y="258763"/>
            <a:ext cx="8229600" cy="900112"/>
          </a:xfrm>
        </p:spPr>
        <p:txBody>
          <a:bodyPr/>
          <a:lstStyle/>
          <a:p>
            <a:r>
              <a:rPr lang="en-GB" b="1" dirty="0">
                <a:solidFill>
                  <a:schemeClr val="bg1"/>
                </a:solidFill>
              </a:rPr>
              <a:t>What is leadership?</a:t>
            </a:r>
            <a:endParaRPr lang="en-GB" dirty="0"/>
          </a:p>
        </p:txBody>
      </p:sp>
      <p:sp>
        <p:nvSpPr>
          <p:cNvPr id="4" name="TextBox 3">
            <a:extLst>
              <a:ext uri="{FF2B5EF4-FFF2-40B4-BE49-F238E27FC236}">
                <a16:creationId xmlns:a16="http://schemas.microsoft.com/office/drawing/2014/main" id="{2A62C0A9-E9E1-48EB-881F-EBE5849A2E52}"/>
              </a:ext>
            </a:extLst>
          </p:cNvPr>
          <p:cNvSpPr txBox="1"/>
          <p:nvPr/>
        </p:nvSpPr>
        <p:spPr>
          <a:xfrm>
            <a:off x="755576" y="5373216"/>
            <a:ext cx="7632848" cy="584775"/>
          </a:xfrm>
          <a:prstGeom prst="rect">
            <a:avLst/>
          </a:prstGeom>
          <a:noFill/>
          <a:ln>
            <a:solidFill>
              <a:schemeClr val="tx1"/>
            </a:solidFill>
          </a:ln>
        </p:spPr>
        <p:txBody>
          <a:bodyPr wrap="square" rtlCol="0">
            <a:spAutoFit/>
          </a:bodyPr>
          <a:lstStyle/>
          <a:p>
            <a:r>
              <a:rPr lang="en-GB" b="1" dirty="0">
                <a:highlight>
                  <a:srgbClr val="FFFF00"/>
                </a:highlight>
              </a:rPr>
              <a:t>Do you think that management and leadership are essentially the same thing or are they fundamentally different?</a:t>
            </a:r>
          </a:p>
        </p:txBody>
      </p:sp>
    </p:spTree>
    <p:extLst>
      <p:ext uri="{BB962C8B-B14F-4D97-AF65-F5344CB8AC3E}">
        <p14:creationId xmlns:p14="http://schemas.microsoft.com/office/powerpoint/2010/main" val="1703464714"/>
      </p:ext>
    </p:extLst>
  </p:cSld>
  <p:clrMapOvr>
    <a:masterClrMapping/>
  </p:clrMapOvr>
  <p:transition>
    <p:randomBar/>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1" name="Rectangle 3"/>
          <p:cNvSpPr>
            <a:spLocks noGrp="1" noChangeArrowheads="1"/>
          </p:cNvSpPr>
          <p:nvPr>
            <p:ph idx="1"/>
          </p:nvPr>
        </p:nvSpPr>
        <p:spPr>
          <a:xfrm>
            <a:off x="457200" y="476672"/>
            <a:ext cx="8229600" cy="5976516"/>
          </a:xfrm>
        </p:spPr>
        <p:txBody>
          <a:bodyPr>
            <a:normAutofit/>
          </a:bodyPr>
          <a:lstStyle/>
          <a:p>
            <a:pPr algn="just">
              <a:lnSpc>
                <a:spcPct val="80000"/>
              </a:lnSpc>
            </a:pPr>
            <a:endParaRPr lang="en-GB" sz="2800" dirty="0"/>
          </a:p>
          <a:p>
            <a:pPr algn="just">
              <a:lnSpc>
                <a:spcPct val="80000"/>
              </a:lnSpc>
              <a:buNone/>
            </a:pPr>
            <a:endParaRPr lang="en-GB" sz="3600" dirty="0"/>
          </a:p>
          <a:p>
            <a:pPr>
              <a:lnSpc>
                <a:spcPct val="80000"/>
              </a:lnSpc>
              <a:buFont typeface="Wingdings" pitchFamily="2" charset="2"/>
              <a:buNone/>
            </a:pPr>
            <a:r>
              <a:rPr lang="en-GB" sz="3600" dirty="0"/>
              <a:t>	“The qualities, characteristics and skills required in a leader are determined to a large extent by the demands of the situation in which he is to function as a leader.”</a:t>
            </a:r>
          </a:p>
          <a:p>
            <a:pPr algn="just">
              <a:lnSpc>
                <a:spcPct val="80000"/>
              </a:lnSpc>
              <a:buFont typeface="Wingdings" pitchFamily="2" charset="2"/>
              <a:buNone/>
            </a:pPr>
            <a:endParaRPr lang="en-GB" sz="3600" dirty="0"/>
          </a:p>
          <a:p>
            <a:pPr algn="r">
              <a:lnSpc>
                <a:spcPct val="80000"/>
              </a:lnSpc>
              <a:buFont typeface="Wingdings" pitchFamily="2" charset="2"/>
              <a:buNone/>
            </a:pPr>
            <a:r>
              <a:rPr lang="en-GB" sz="3600" dirty="0"/>
              <a:t>	</a:t>
            </a:r>
            <a:r>
              <a:rPr lang="en-GB" dirty="0"/>
              <a:t>(Stogdill (1948, cited in Bass, 1981: 65)</a:t>
            </a:r>
          </a:p>
          <a:p>
            <a:pPr>
              <a:lnSpc>
                <a:spcPct val="80000"/>
              </a:lnSpc>
              <a:buFont typeface="Wingdings" pitchFamily="2" charset="2"/>
              <a:buNone/>
            </a:pPr>
            <a:endParaRPr lang="en-GB" sz="1700" dirty="0"/>
          </a:p>
          <a:p>
            <a:pPr>
              <a:lnSpc>
                <a:spcPct val="80000"/>
              </a:lnSpc>
              <a:buFont typeface="Wingdings" pitchFamily="2" charset="2"/>
              <a:buNone/>
            </a:pPr>
            <a:endParaRPr lang="en-GB" sz="1700" dirty="0"/>
          </a:p>
          <a:p>
            <a:pPr>
              <a:lnSpc>
                <a:spcPct val="80000"/>
              </a:lnSpc>
              <a:buFont typeface="Wingdings" pitchFamily="2" charset="2"/>
              <a:buNone/>
            </a:pPr>
            <a:endParaRPr lang="en-GB" sz="1700" dirty="0"/>
          </a:p>
          <a:p>
            <a:pPr>
              <a:lnSpc>
                <a:spcPct val="80000"/>
              </a:lnSpc>
              <a:buFont typeface="Wingdings" pitchFamily="2" charset="2"/>
              <a:buNone/>
            </a:pPr>
            <a:endParaRPr lang="en-GB" sz="1700" dirty="0"/>
          </a:p>
          <a:p>
            <a:pPr>
              <a:lnSpc>
                <a:spcPct val="80000"/>
              </a:lnSpc>
              <a:buNone/>
            </a:pPr>
            <a:r>
              <a:rPr lang="en-GB" sz="1700" dirty="0"/>
              <a:t>	Bass, B.M. (1990) </a:t>
            </a:r>
            <a:r>
              <a:rPr lang="en-GB" sz="1700" i="1" dirty="0"/>
              <a:t>Bass and Stogdill’s Handbook of Leadership: Theory, Research and Managerial Applications</a:t>
            </a:r>
            <a:r>
              <a:rPr lang="en-GB" sz="1700" dirty="0"/>
              <a:t>. New York: Free Press.</a:t>
            </a:r>
          </a:p>
          <a:p>
            <a:pPr algn="r">
              <a:lnSpc>
                <a:spcPct val="80000"/>
              </a:lnSpc>
              <a:buFont typeface="Wingdings" pitchFamily="2" charset="2"/>
              <a:buNone/>
            </a:pPr>
            <a:endParaRPr lang="en-GB" dirty="0"/>
          </a:p>
        </p:txBody>
      </p:sp>
      <p:sp>
        <p:nvSpPr>
          <p:cNvPr id="3" name="Title 1">
            <a:extLst>
              <a:ext uri="{FF2B5EF4-FFF2-40B4-BE49-F238E27FC236}">
                <a16:creationId xmlns:a16="http://schemas.microsoft.com/office/drawing/2014/main" id="{6C2E6FB9-DDE4-4A4E-AFD5-42C664798EC1}"/>
              </a:ext>
            </a:extLst>
          </p:cNvPr>
          <p:cNvSpPr>
            <a:spLocks noGrp="1"/>
          </p:cNvSpPr>
          <p:nvPr>
            <p:ph type="title"/>
          </p:nvPr>
        </p:nvSpPr>
        <p:spPr>
          <a:xfrm>
            <a:off x="395288" y="258763"/>
            <a:ext cx="8229600" cy="900112"/>
          </a:xfrm>
        </p:spPr>
        <p:txBody>
          <a:bodyPr>
            <a:normAutofit/>
          </a:bodyPr>
          <a:lstStyle/>
          <a:p>
            <a:r>
              <a:rPr lang="en-GB" b="1" dirty="0"/>
              <a:t>Leadership Traits</a:t>
            </a:r>
            <a:r>
              <a:rPr lang="en-GB" b="1" dirty="0">
                <a:solidFill>
                  <a:schemeClr val="bg1"/>
                </a:solidFill>
              </a:rPr>
              <a:t>?</a:t>
            </a:r>
            <a:endParaRPr lang="en-GB" dirty="0"/>
          </a:p>
        </p:txBody>
      </p:sp>
    </p:spTree>
    <p:extLst>
      <p:ext uri="{BB962C8B-B14F-4D97-AF65-F5344CB8AC3E}">
        <p14:creationId xmlns:p14="http://schemas.microsoft.com/office/powerpoint/2010/main" val="3479756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b="1" dirty="0"/>
              <a:t>Kirkpatrick and Locke (1991: 49)</a:t>
            </a:r>
          </a:p>
        </p:txBody>
      </p:sp>
      <p:sp>
        <p:nvSpPr>
          <p:cNvPr id="3" name="Content Placeholder 2"/>
          <p:cNvSpPr>
            <a:spLocks noGrp="1"/>
          </p:cNvSpPr>
          <p:nvPr>
            <p:ph idx="1"/>
          </p:nvPr>
        </p:nvSpPr>
        <p:spPr>
          <a:xfrm>
            <a:off x="457200" y="2060848"/>
            <a:ext cx="8229600" cy="4065315"/>
          </a:xfrm>
        </p:spPr>
        <p:txBody>
          <a:bodyPr>
            <a:normAutofit lnSpcReduction="10000"/>
          </a:bodyPr>
          <a:lstStyle/>
          <a:p>
            <a:pPr>
              <a:buNone/>
            </a:pPr>
            <a:r>
              <a:rPr lang="en-GB" sz="2800" dirty="0"/>
              <a:t>	“Since </a:t>
            </a:r>
            <a:r>
              <a:rPr lang="en-GB" sz="2800" dirty="0" err="1"/>
              <a:t>Stogdill’s</a:t>
            </a:r>
            <a:r>
              <a:rPr lang="en-GB" sz="2800" dirty="0"/>
              <a:t> early review, trait theory has made a come back, though in altered form. Recent research, using a variety of methods, has made it clear that successful leaders are not like other people. The evidence indicates that there are certain core traits which significantly contribute to business leaders’ success.”</a:t>
            </a:r>
          </a:p>
          <a:p>
            <a:pPr>
              <a:buNone/>
            </a:pPr>
            <a:endParaRPr lang="en-GB" sz="2800" dirty="0"/>
          </a:p>
          <a:p>
            <a:r>
              <a:rPr lang="en-GB" sz="1700" dirty="0"/>
              <a:t>Kirkpatrick, S. and Locke, E.A. (1991) Leadership: Do traits matter? </a:t>
            </a:r>
            <a:r>
              <a:rPr lang="en-GB" sz="1700" i="1" dirty="0"/>
              <a:t>Academy of Management Executive</a:t>
            </a:r>
            <a:r>
              <a:rPr lang="en-GB" sz="1700" dirty="0"/>
              <a:t>, 5(2): 48-60.</a:t>
            </a:r>
          </a:p>
          <a:p>
            <a:pPr>
              <a:buNone/>
            </a:pPr>
            <a:endParaRPr lang="en-GB" dirty="0"/>
          </a:p>
          <a:p>
            <a:pPr>
              <a:buNone/>
            </a:pPr>
            <a:endParaRPr lang="en-GB" dirty="0"/>
          </a:p>
        </p:txBody>
      </p:sp>
    </p:spTree>
    <p:extLst>
      <p:ext uri="{BB962C8B-B14F-4D97-AF65-F5344CB8AC3E}">
        <p14:creationId xmlns:p14="http://schemas.microsoft.com/office/powerpoint/2010/main" val="215269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266E9E-3C4D-1440-8DC8-C4B285FE008A}"/>
              </a:ext>
            </a:extLst>
          </p:cNvPr>
          <p:cNvPicPr>
            <a:picLocks noChangeAspect="1"/>
          </p:cNvPicPr>
          <p:nvPr/>
        </p:nvPicPr>
        <p:blipFill>
          <a:blip r:embed="rId2"/>
          <a:stretch>
            <a:fillRect/>
          </a:stretch>
        </p:blipFill>
        <p:spPr>
          <a:xfrm>
            <a:off x="323528" y="332656"/>
            <a:ext cx="8496944" cy="5997844"/>
          </a:xfrm>
          <a:prstGeom prst="rect">
            <a:avLst/>
          </a:prstGeom>
        </p:spPr>
      </p:pic>
    </p:spTree>
    <p:extLst>
      <p:ext uri="{BB962C8B-B14F-4D97-AF65-F5344CB8AC3E}">
        <p14:creationId xmlns:p14="http://schemas.microsoft.com/office/powerpoint/2010/main" val="2905033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FC28C0-E80C-46AD-A646-71135D0D6D19}"/>
              </a:ext>
            </a:extLst>
          </p:cNvPr>
          <p:cNvSpPr>
            <a:spLocks noGrp="1"/>
          </p:cNvSpPr>
          <p:nvPr>
            <p:ph idx="1"/>
          </p:nvPr>
        </p:nvSpPr>
        <p:spPr>
          <a:xfrm>
            <a:off x="412750" y="2205038"/>
            <a:ext cx="8229600" cy="4248298"/>
          </a:xfrm>
        </p:spPr>
        <p:txBody>
          <a:bodyPr/>
          <a:lstStyle/>
          <a:p>
            <a:r>
              <a:rPr lang="en-GB" dirty="0"/>
              <a:t>According to Daft (2016), the six key traits – personal characteristics -  managers need to possess in order to be effective leaders are:</a:t>
            </a:r>
          </a:p>
          <a:p>
            <a:pPr marL="342900" lvl="0" indent="-342900">
              <a:lnSpc>
                <a:spcPct val="115000"/>
              </a:lnSpc>
              <a:buFont typeface="+mj-lt"/>
              <a:buAutoNum type="arabicPeriod"/>
            </a:pPr>
            <a:r>
              <a:rPr lang="en-GB" dirty="0"/>
              <a:t>Self-confidence</a:t>
            </a:r>
          </a:p>
          <a:p>
            <a:pPr marL="342900" lvl="0" indent="-342900">
              <a:lnSpc>
                <a:spcPct val="115000"/>
              </a:lnSpc>
              <a:buFont typeface="+mj-lt"/>
              <a:buAutoNum type="arabicPeriod"/>
            </a:pPr>
            <a:r>
              <a:rPr lang="en-GB" dirty="0"/>
              <a:t>Honesty and Integrity</a:t>
            </a:r>
          </a:p>
          <a:p>
            <a:pPr marL="342900" lvl="0" indent="-342900">
              <a:lnSpc>
                <a:spcPct val="115000"/>
              </a:lnSpc>
              <a:buFont typeface="+mj-lt"/>
              <a:buAutoNum type="arabicPeriod"/>
            </a:pPr>
            <a:r>
              <a:rPr lang="en-GB" dirty="0"/>
              <a:t>Optimism</a:t>
            </a:r>
          </a:p>
          <a:p>
            <a:pPr marL="342900" lvl="0" indent="-342900">
              <a:lnSpc>
                <a:spcPct val="115000"/>
              </a:lnSpc>
              <a:buFont typeface="+mj-lt"/>
              <a:buAutoNum type="arabicPeriod"/>
            </a:pPr>
            <a:r>
              <a:rPr lang="en-GB" dirty="0"/>
              <a:t>Desire to Lead</a:t>
            </a:r>
          </a:p>
          <a:p>
            <a:pPr marL="342900" lvl="0" indent="-342900">
              <a:lnSpc>
                <a:spcPct val="115000"/>
              </a:lnSpc>
              <a:buFont typeface="+mj-lt"/>
              <a:buAutoNum type="arabicPeriod"/>
            </a:pPr>
            <a:r>
              <a:rPr lang="en-GB" dirty="0"/>
              <a:t>Independence and</a:t>
            </a:r>
          </a:p>
          <a:p>
            <a:pPr marL="342900" lvl="0" indent="-342900">
              <a:lnSpc>
                <a:spcPct val="115000"/>
              </a:lnSpc>
              <a:spcAft>
                <a:spcPts val="1000"/>
              </a:spcAft>
              <a:buFont typeface="+mj-lt"/>
              <a:buAutoNum type="arabicPeriod"/>
            </a:pPr>
            <a:r>
              <a:rPr lang="en-GB" dirty="0"/>
              <a:t>Interpersonal Skills </a:t>
            </a:r>
          </a:p>
          <a:p>
            <a:endParaRPr lang="en-GB" dirty="0"/>
          </a:p>
        </p:txBody>
      </p:sp>
      <p:sp>
        <p:nvSpPr>
          <p:cNvPr id="2" name="Title 1">
            <a:extLst>
              <a:ext uri="{FF2B5EF4-FFF2-40B4-BE49-F238E27FC236}">
                <a16:creationId xmlns:a16="http://schemas.microsoft.com/office/drawing/2014/main" id="{96B5C51F-398E-4ADA-B823-08005541ECDE}"/>
              </a:ext>
            </a:extLst>
          </p:cNvPr>
          <p:cNvSpPr>
            <a:spLocks noGrp="1"/>
          </p:cNvSpPr>
          <p:nvPr>
            <p:ph type="title" idx="4294967295"/>
          </p:nvPr>
        </p:nvSpPr>
        <p:spPr>
          <a:xfrm>
            <a:off x="0" y="258763"/>
            <a:ext cx="8229600" cy="900112"/>
          </a:xfrm>
        </p:spPr>
        <p:txBody>
          <a:bodyPr/>
          <a:lstStyle/>
          <a:p>
            <a:r>
              <a:rPr lang="en-GB" dirty="0"/>
              <a:t>Leadership traits</a:t>
            </a:r>
          </a:p>
        </p:txBody>
      </p:sp>
      <p:sp>
        <p:nvSpPr>
          <p:cNvPr id="6" name="TextBox 5">
            <a:extLst>
              <a:ext uri="{FF2B5EF4-FFF2-40B4-BE49-F238E27FC236}">
                <a16:creationId xmlns:a16="http://schemas.microsoft.com/office/drawing/2014/main" id="{2D3C13DB-2EE5-456F-80A9-C11A0E811A41}"/>
              </a:ext>
            </a:extLst>
          </p:cNvPr>
          <p:cNvSpPr txBox="1"/>
          <p:nvPr/>
        </p:nvSpPr>
        <p:spPr>
          <a:xfrm>
            <a:off x="4504535" y="5805264"/>
            <a:ext cx="3049488" cy="584775"/>
          </a:xfrm>
          <a:prstGeom prst="rect">
            <a:avLst/>
          </a:prstGeom>
          <a:noFill/>
        </p:spPr>
        <p:txBody>
          <a:bodyPr wrap="square" rtlCol="0">
            <a:spAutoFit/>
          </a:bodyPr>
          <a:lstStyle/>
          <a:p>
            <a:r>
              <a:rPr lang="en-GB" b="1" dirty="0">
                <a:highlight>
                  <a:srgbClr val="FFFF00"/>
                </a:highlight>
              </a:rPr>
              <a:t>What leadership traits do you possess?</a:t>
            </a:r>
          </a:p>
        </p:txBody>
      </p:sp>
    </p:spTree>
    <p:extLst>
      <p:ext uri="{BB962C8B-B14F-4D97-AF65-F5344CB8AC3E}">
        <p14:creationId xmlns:p14="http://schemas.microsoft.com/office/powerpoint/2010/main" val="3352501054"/>
      </p:ext>
    </p:extLst>
  </p:cSld>
  <p:clrMapOvr>
    <a:masterClrMapping/>
  </p:clrMapOvr>
  <p:transition>
    <p:randomBar/>
  </p:transition>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BDFEB38-8EE8-A64E-91AD-CCA490EA97EB}"/>
              </a:ext>
            </a:extLst>
          </p:cNvPr>
          <p:cNvGraphicFramePr>
            <a:graphicFrameLocks noGrp="1"/>
          </p:cNvGraphicFramePr>
          <p:nvPr>
            <p:extLst>
              <p:ext uri="{D42A27DB-BD31-4B8C-83A1-F6EECF244321}">
                <p14:modId xmlns:p14="http://schemas.microsoft.com/office/powerpoint/2010/main" val="1929909460"/>
              </p:ext>
            </p:extLst>
          </p:nvPr>
        </p:nvGraphicFramePr>
        <p:xfrm>
          <a:off x="683568" y="404664"/>
          <a:ext cx="8121848" cy="5869104"/>
        </p:xfrm>
        <a:graphic>
          <a:graphicData uri="http://schemas.openxmlformats.org/drawingml/2006/table">
            <a:tbl>
              <a:tblPr firstRow="1" bandRow="1">
                <a:noFill/>
              </a:tblPr>
              <a:tblGrid>
                <a:gridCol w="2189601">
                  <a:extLst>
                    <a:ext uri="{9D8B030D-6E8A-4147-A177-3AD203B41FA5}">
                      <a16:colId xmlns:a16="http://schemas.microsoft.com/office/drawing/2014/main" val="318811005"/>
                    </a:ext>
                  </a:extLst>
                </a:gridCol>
                <a:gridCol w="5932247">
                  <a:extLst>
                    <a:ext uri="{9D8B030D-6E8A-4147-A177-3AD203B41FA5}">
                      <a16:colId xmlns:a16="http://schemas.microsoft.com/office/drawing/2014/main" val="762154354"/>
                    </a:ext>
                  </a:extLst>
                </a:gridCol>
              </a:tblGrid>
              <a:tr h="453640">
                <a:tc>
                  <a:txBody>
                    <a:bodyPr/>
                    <a:lstStyle>
                      <a:lvl1pPr marL="0" algn="l" defTabSz="685800" rtl="0" eaLnBrk="1" latinLnBrk="0" hangingPunct="1">
                        <a:defRPr sz="1350" b="1" kern="1200">
                          <a:solidFill>
                            <a:schemeClr val="lt1"/>
                          </a:solidFill>
                          <a:latin typeface="Arial"/>
                        </a:defRPr>
                      </a:lvl1pPr>
                      <a:lvl2pPr marL="342900" algn="l" defTabSz="685800" rtl="0" eaLnBrk="1" latinLnBrk="0" hangingPunct="1">
                        <a:defRPr sz="1350" b="1" kern="1200">
                          <a:solidFill>
                            <a:schemeClr val="lt1"/>
                          </a:solidFill>
                          <a:latin typeface="Arial"/>
                        </a:defRPr>
                      </a:lvl2pPr>
                      <a:lvl3pPr marL="685800" algn="l" defTabSz="685800" rtl="0" eaLnBrk="1" latinLnBrk="0" hangingPunct="1">
                        <a:defRPr sz="1350" b="1" kern="1200">
                          <a:solidFill>
                            <a:schemeClr val="lt1"/>
                          </a:solidFill>
                          <a:latin typeface="Arial"/>
                        </a:defRPr>
                      </a:lvl3pPr>
                      <a:lvl4pPr marL="1028700" algn="l" defTabSz="685800" rtl="0" eaLnBrk="1" latinLnBrk="0" hangingPunct="1">
                        <a:defRPr sz="1350" b="1" kern="1200">
                          <a:solidFill>
                            <a:schemeClr val="lt1"/>
                          </a:solidFill>
                          <a:latin typeface="Arial"/>
                        </a:defRPr>
                      </a:lvl4pPr>
                      <a:lvl5pPr marL="1371600" algn="l" defTabSz="685800" rtl="0" eaLnBrk="1" latinLnBrk="0" hangingPunct="1">
                        <a:defRPr sz="1350" b="1" kern="1200">
                          <a:solidFill>
                            <a:schemeClr val="lt1"/>
                          </a:solidFill>
                          <a:latin typeface="Arial"/>
                        </a:defRPr>
                      </a:lvl5pPr>
                      <a:lvl6pPr marL="1714500" algn="l" defTabSz="685800" rtl="0" eaLnBrk="1" latinLnBrk="0" hangingPunct="1">
                        <a:defRPr sz="1350" b="1" kern="1200">
                          <a:solidFill>
                            <a:schemeClr val="lt1"/>
                          </a:solidFill>
                          <a:latin typeface="Arial"/>
                        </a:defRPr>
                      </a:lvl6pPr>
                      <a:lvl7pPr marL="2057400" algn="l" defTabSz="685800" rtl="0" eaLnBrk="1" latinLnBrk="0" hangingPunct="1">
                        <a:defRPr sz="1350" b="1" kern="1200">
                          <a:solidFill>
                            <a:schemeClr val="lt1"/>
                          </a:solidFill>
                          <a:latin typeface="Arial"/>
                        </a:defRPr>
                      </a:lvl7pPr>
                      <a:lvl8pPr marL="2400300" algn="l" defTabSz="685800" rtl="0" eaLnBrk="1" latinLnBrk="0" hangingPunct="1">
                        <a:defRPr sz="1350" b="1" kern="1200">
                          <a:solidFill>
                            <a:schemeClr val="lt1"/>
                          </a:solidFill>
                          <a:latin typeface="Arial"/>
                        </a:defRPr>
                      </a:lvl8pPr>
                      <a:lvl9pPr marL="2743200" algn="l" defTabSz="685800" rtl="0" eaLnBrk="1" latinLnBrk="0" hangingPunct="1">
                        <a:defRPr sz="1350" b="1" kern="1200">
                          <a:solidFill>
                            <a:schemeClr val="lt1"/>
                          </a:solidFill>
                          <a:latin typeface="Arial"/>
                        </a:defRPr>
                      </a:lvl9pPr>
                    </a:lstStyle>
                    <a:p>
                      <a:pPr>
                        <a:lnSpc>
                          <a:spcPct val="107000"/>
                        </a:lnSpc>
                        <a:spcAft>
                          <a:spcPts val="0"/>
                        </a:spcAft>
                      </a:pPr>
                      <a:r>
                        <a:rPr lang="en-GB" sz="1500" b="1">
                          <a:solidFill>
                            <a:schemeClr val="tx1">
                              <a:lumMod val="75000"/>
                              <a:lumOff val="25000"/>
                            </a:schemeClr>
                          </a:solidFill>
                          <a:effectLst/>
                        </a:rPr>
                        <a:t> </a:t>
                      </a:r>
                      <a:endParaRPr lang="en-GB" sz="1500" b="1">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12700" cmpd="sng">
                      <a:noFill/>
                      <a:prstDash val="solid"/>
                    </a:lnL>
                    <a:lnR w="12700" cmpd="sng">
                      <a:noFill/>
                      <a:prstDash val="solid"/>
                    </a:lnR>
                    <a:lnT w="12700" cmpd="sng">
                      <a:noFill/>
                      <a:prstDash val="solid"/>
                    </a:lnT>
                    <a:lnB w="9525" cap="flat" cmpd="sng" algn="ctr">
                      <a:solidFill>
                        <a:srgbClr val="D8DCDC"/>
                      </a:solidFill>
                      <a:prstDash val="solid"/>
                    </a:lnB>
                    <a:lnTlToBr w="12700" cmpd="sng">
                      <a:noFill/>
                      <a:prstDash val="solid"/>
                    </a:lnTlToBr>
                    <a:lnBlToTr w="12700" cmpd="sng">
                      <a:noFill/>
                      <a:prstDash val="solid"/>
                    </a:lnBlToTr>
                    <a:noFill/>
                  </a:tcPr>
                </a:tc>
                <a:tc>
                  <a:txBody>
                    <a:bodyPr/>
                    <a:lstStyle>
                      <a:lvl1pPr marL="0" algn="l" defTabSz="685800" rtl="0" eaLnBrk="1" latinLnBrk="0" hangingPunct="1">
                        <a:defRPr sz="1350" b="1" kern="1200">
                          <a:solidFill>
                            <a:schemeClr val="lt1"/>
                          </a:solidFill>
                          <a:latin typeface="Arial"/>
                        </a:defRPr>
                      </a:lvl1pPr>
                      <a:lvl2pPr marL="342900" algn="l" defTabSz="685800" rtl="0" eaLnBrk="1" latinLnBrk="0" hangingPunct="1">
                        <a:defRPr sz="1350" b="1" kern="1200">
                          <a:solidFill>
                            <a:schemeClr val="lt1"/>
                          </a:solidFill>
                          <a:latin typeface="Arial"/>
                        </a:defRPr>
                      </a:lvl2pPr>
                      <a:lvl3pPr marL="685800" algn="l" defTabSz="685800" rtl="0" eaLnBrk="1" latinLnBrk="0" hangingPunct="1">
                        <a:defRPr sz="1350" b="1" kern="1200">
                          <a:solidFill>
                            <a:schemeClr val="lt1"/>
                          </a:solidFill>
                          <a:latin typeface="Arial"/>
                        </a:defRPr>
                      </a:lvl3pPr>
                      <a:lvl4pPr marL="1028700" algn="l" defTabSz="685800" rtl="0" eaLnBrk="1" latinLnBrk="0" hangingPunct="1">
                        <a:defRPr sz="1350" b="1" kern="1200">
                          <a:solidFill>
                            <a:schemeClr val="lt1"/>
                          </a:solidFill>
                          <a:latin typeface="Arial"/>
                        </a:defRPr>
                      </a:lvl4pPr>
                      <a:lvl5pPr marL="1371600" algn="l" defTabSz="685800" rtl="0" eaLnBrk="1" latinLnBrk="0" hangingPunct="1">
                        <a:defRPr sz="1350" b="1" kern="1200">
                          <a:solidFill>
                            <a:schemeClr val="lt1"/>
                          </a:solidFill>
                          <a:latin typeface="Arial"/>
                        </a:defRPr>
                      </a:lvl5pPr>
                      <a:lvl6pPr marL="1714500" algn="l" defTabSz="685800" rtl="0" eaLnBrk="1" latinLnBrk="0" hangingPunct="1">
                        <a:defRPr sz="1350" b="1" kern="1200">
                          <a:solidFill>
                            <a:schemeClr val="lt1"/>
                          </a:solidFill>
                          <a:latin typeface="Arial"/>
                        </a:defRPr>
                      </a:lvl6pPr>
                      <a:lvl7pPr marL="2057400" algn="l" defTabSz="685800" rtl="0" eaLnBrk="1" latinLnBrk="0" hangingPunct="1">
                        <a:defRPr sz="1350" b="1" kern="1200">
                          <a:solidFill>
                            <a:schemeClr val="lt1"/>
                          </a:solidFill>
                          <a:latin typeface="Arial"/>
                        </a:defRPr>
                      </a:lvl7pPr>
                      <a:lvl8pPr marL="2400300" algn="l" defTabSz="685800" rtl="0" eaLnBrk="1" latinLnBrk="0" hangingPunct="1">
                        <a:defRPr sz="1350" b="1" kern="1200">
                          <a:solidFill>
                            <a:schemeClr val="lt1"/>
                          </a:solidFill>
                          <a:latin typeface="Arial"/>
                        </a:defRPr>
                      </a:lvl8pPr>
                      <a:lvl9pPr marL="2743200" algn="l" defTabSz="685800" rtl="0" eaLnBrk="1" latinLnBrk="0" hangingPunct="1">
                        <a:defRPr sz="1350" b="1" kern="1200">
                          <a:solidFill>
                            <a:schemeClr val="lt1"/>
                          </a:solidFill>
                          <a:latin typeface="Arial"/>
                        </a:defRPr>
                      </a:lvl9pPr>
                    </a:lstStyle>
                    <a:p>
                      <a:pPr algn="just">
                        <a:lnSpc>
                          <a:spcPct val="107000"/>
                        </a:lnSpc>
                        <a:spcAft>
                          <a:spcPts val="0"/>
                        </a:spcAft>
                      </a:pPr>
                      <a:r>
                        <a:rPr lang="en-GB" sz="2000" b="1" i="1" dirty="0">
                          <a:solidFill>
                            <a:schemeClr val="tx1">
                              <a:lumMod val="75000"/>
                              <a:lumOff val="25000"/>
                            </a:schemeClr>
                          </a:solidFill>
                          <a:effectLst/>
                        </a:rPr>
                        <a:t>Dark side of the Big 5 (Judge et al, 2009)</a:t>
                      </a:r>
                      <a:endParaRPr lang="en-GB" sz="2000" b="1" i="1"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12700" cmpd="sng">
                      <a:noFill/>
                      <a:prstDash val="solid"/>
                    </a:lnL>
                    <a:lnR w="12700" cmpd="sng">
                      <a:noFill/>
                      <a:prstDash val="solid"/>
                    </a:lnR>
                    <a:lnT w="12700" cmpd="sng">
                      <a:noFill/>
                      <a:prstDash val="solid"/>
                    </a:lnT>
                    <a:lnB w="9525" cap="flat" cmpd="sng" algn="ctr">
                      <a:solidFill>
                        <a:srgbClr val="D8DCDC"/>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245283492"/>
                  </a:ext>
                </a:extLst>
              </a:tr>
              <a:tr h="1233729">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pPr>
                        <a:lnSpc>
                          <a:spcPct val="107000"/>
                        </a:lnSpc>
                        <a:spcAft>
                          <a:spcPts val="0"/>
                        </a:spcAft>
                      </a:pPr>
                      <a:r>
                        <a:rPr lang="en-GB" sz="1800" b="1" dirty="0">
                          <a:solidFill>
                            <a:schemeClr val="tx1">
                              <a:lumMod val="75000"/>
                              <a:lumOff val="25000"/>
                            </a:schemeClr>
                          </a:solidFill>
                          <a:effectLst/>
                        </a:rPr>
                        <a:t>Conscientious</a:t>
                      </a:r>
                      <a:endParaRPr lang="en-GB" sz="1800" b="1"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lnTlToBr w="12700" cmpd="sng">
                      <a:noFill/>
                      <a:prstDash val="solid"/>
                    </a:lnTlToBr>
                    <a:lnBlToTr w="12700" cmpd="sng">
                      <a:noFill/>
                      <a:prstDash val="solid"/>
                    </a:lnBlToTr>
                    <a:solidFill>
                      <a:srgbClr val="D8DEDC">
                        <a:alpha val="2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pPr>
                        <a:lnSpc>
                          <a:spcPct val="107000"/>
                        </a:lnSpc>
                        <a:spcAft>
                          <a:spcPts val="0"/>
                        </a:spcAft>
                      </a:pPr>
                      <a:r>
                        <a:rPr lang="en-GB" sz="1600" b="1" dirty="0">
                          <a:solidFill>
                            <a:schemeClr val="tx1">
                              <a:lumMod val="75000"/>
                              <a:lumOff val="25000"/>
                            </a:schemeClr>
                          </a:solidFill>
                          <a:effectLst/>
                        </a:rPr>
                        <a:t>Cautious leaders avoid innovation, resist change, and delay critical decision-making processes, hampered by their need to gather compelling information and evidence in support their preferences</a:t>
                      </a:r>
                      <a:endParaRPr lang="en-GB" sz="1600" b="1"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lnTlToBr w="12700" cmpd="sng">
                      <a:noFill/>
                      <a:prstDash val="solid"/>
                    </a:lnTlToBr>
                    <a:lnBlToTr w="12700" cmpd="sng">
                      <a:noFill/>
                      <a:prstDash val="solid"/>
                    </a:lnBlToTr>
                    <a:solidFill>
                      <a:srgbClr val="D8DEDC">
                        <a:alpha val="20000"/>
                      </a:srgbClr>
                    </a:solidFill>
                  </a:tcPr>
                </a:tc>
                <a:extLst>
                  <a:ext uri="{0D108BD9-81ED-4DB2-BD59-A6C34878D82A}">
                    <a16:rowId xmlns:a16="http://schemas.microsoft.com/office/drawing/2014/main" val="2089242320"/>
                  </a:ext>
                </a:extLst>
              </a:tr>
              <a:tr h="1233729">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pPr>
                        <a:lnSpc>
                          <a:spcPct val="107000"/>
                        </a:lnSpc>
                        <a:spcAft>
                          <a:spcPts val="0"/>
                        </a:spcAft>
                      </a:pPr>
                      <a:r>
                        <a:rPr lang="en-GB" sz="1800" b="1" dirty="0">
                          <a:solidFill>
                            <a:schemeClr val="tx1">
                              <a:lumMod val="75000"/>
                              <a:lumOff val="25000"/>
                            </a:schemeClr>
                          </a:solidFill>
                          <a:effectLst/>
                        </a:rPr>
                        <a:t>Extraversion</a:t>
                      </a:r>
                      <a:endParaRPr lang="en-GB" sz="1800" b="1"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pPr>
                        <a:lnSpc>
                          <a:spcPct val="107000"/>
                        </a:lnSpc>
                        <a:spcAft>
                          <a:spcPts val="0"/>
                        </a:spcAft>
                      </a:pPr>
                      <a:r>
                        <a:rPr lang="en-GB" sz="1600" b="1" dirty="0">
                          <a:solidFill>
                            <a:schemeClr val="tx1">
                              <a:lumMod val="75000"/>
                              <a:lumOff val="25000"/>
                            </a:schemeClr>
                          </a:solidFill>
                          <a:effectLst/>
                        </a:rPr>
                        <a:t>Extraverted leaders who engage in short and shallow discussions with many people in an organization, might fail to provide a clear strategic focus for followers, ultimately making extraverted leaders hard to please</a:t>
                      </a:r>
                      <a:endParaRPr lang="en-GB" sz="1600" b="1"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2505937536"/>
                  </a:ext>
                </a:extLst>
              </a:tr>
              <a:tr h="970516">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pPr>
                        <a:lnSpc>
                          <a:spcPct val="107000"/>
                        </a:lnSpc>
                        <a:spcAft>
                          <a:spcPts val="0"/>
                        </a:spcAft>
                      </a:pPr>
                      <a:r>
                        <a:rPr lang="en-GB" sz="1800" b="1" dirty="0">
                          <a:solidFill>
                            <a:schemeClr val="tx1">
                              <a:lumMod val="75000"/>
                              <a:lumOff val="25000"/>
                            </a:schemeClr>
                          </a:solidFill>
                          <a:effectLst/>
                        </a:rPr>
                        <a:t>Agreeableness</a:t>
                      </a:r>
                      <a:endParaRPr lang="en-GB" sz="1800" b="1"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lnTlToBr w="12700" cmpd="sng">
                      <a:noFill/>
                      <a:prstDash val="solid"/>
                    </a:lnTlToBr>
                    <a:lnBlToTr w="12700" cmpd="sng">
                      <a:noFill/>
                      <a:prstDash val="solid"/>
                    </a:lnBlToTr>
                    <a:solidFill>
                      <a:srgbClr val="D8DEDC">
                        <a:alpha val="2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pPr>
                        <a:lnSpc>
                          <a:spcPct val="107000"/>
                        </a:lnSpc>
                        <a:spcAft>
                          <a:spcPts val="0"/>
                        </a:spcAft>
                      </a:pPr>
                      <a:r>
                        <a:rPr lang="en-GB" sz="1600" b="1" dirty="0">
                          <a:solidFill>
                            <a:schemeClr val="tx1">
                              <a:lumMod val="75000"/>
                              <a:lumOff val="25000"/>
                            </a:schemeClr>
                          </a:solidFill>
                          <a:effectLst/>
                        </a:rPr>
                        <a:t>Their tendency to be cooperative, accommodating, gentle, and kind could result in decision-making that minimizes conflict and seeks the broadest level of approval</a:t>
                      </a:r>
                      <a:endParaRPr lang="en-GB" sz="1600" b="1"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lnTlToBr w="12700" cmpd="sng">
                      <a:noFill/>
                      <a:prstDash val="solid"/>
                    </a:lnTlToBr>
                    <a:lnBlToTr w="12700" cmpd="sng">
                      <a:noFill/>
                      <a:prstDash val="solid"/>
                    </a:lnBlToTr>
                    <a:solidFill>
                      <a:srgbClr val="D8DEDC">
                        <a:alpha val="20000"/>
                      </a:srgbClr>
                    </a:solidFill>
                  </a:tcPr>
                </a:tc>
                <a:extLst>
                  <a:ext uri="{0D108BD9-81ED-4DB2-BD59-A6C34878D82A}">
                    <a16:rowId xmlns:a16="http://schemas.microsoft.com/office/drawing/2014/main" val="2206233651"/>
                  </a:ext>
                </a:extLst>
              </a:tr>
              <a:tr h="970516">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pPr>
                        <a:lnSpc>
                          <a:spcPct val="107000"/>
                        </a:lnSpc>
                        <a:spcAft>
                          <a:spcPts val="0"/>
                        </a:spcAft>
                      </a:pPr>
                      <a:r>
                        <a:rPr lang="en-GB" sz="1800" b="1" dirty="0">
                          <a:solidFill>
                            <a:schemeClr val="tx1">
                              <a:lumMod val="75000"/>
                              <a:lumOff val="25000"/>
                            </a:schemeClr>
                          </a:solidFill>
                          <a:effectLst/>
                        </a:rPr>
                        <a:t>Emotional stability </a:t>
                      </a:r>
                      <a:endParaRPr lang="en-GB" sz="1800" b="1"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lnTlToBr w="12700" cmpd="sng">
                      <a:noFill/>
                      <a:prstDash val="solid"/>
                    </a:lnTlToBr>
                    <a:lnBlToTr w="12700" cmpd="sng">
                      <a:noFill/>
                      <a:prstDash val="solid"/>
                    </a:lnBlToTr>
                    <a:no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pPr>
                        <a:lnSpc>
                          <a:spcPct val="107000"/>
                        </a:lnSpc>
                        <a:spcAft>
                          <a:spcPts val="0"/>
                        </a:spcAft>
                      </a:pPr>
                      <a:r>
                        <a:rPr lang="en-GB" sz="1600" b="1" dirty="0">
                          <a:solidFill>
                            <a:schemeClr val="tx1">
                              <a:lumMod val="75000"/>
                              <a:lumOff val="25000"/>
                            </a:schemeClr>
                          </a:solidFill>
                          <a:effectLst/>
                        </a:rPr>
                        <a:t>Although emotionally stable leaders are generally cool headed, failing to express emotion in a given situation could be interpreted as apathy or disinterest</a:t>
                      </a:r>
                      <a:endParaRPr lang="en-GB" sz="1600" b="1"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3933017458"/>
                  </a:ext>
                </a:extLst>
              </a:tr>
              <a:tr h="970516">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pPr>
                        <a:lnSpc>
                          <a:spcPct val="107000"/>
                        </a:lnSpc>
                        <a:spcAft>
                          <a:spcPts val="0"/>
                        </a:spcAft>
                      </a:pPr>
                      <a:r>
                        <a:rPr lang="en-GB" sz="1800" b="1" dirty="0">
                          <a:solidFill>
                            <a:schemeClr val="tx1">
                              <a:lumMod val="75000"/>
                              <a:lumOff val="25000"/>
                            </a:schemeClr>
                          </a:solidFill>
                          <a:effectLst/>
                        </a:rPr>
                        <a:t>Openness</a:t>
                      </a:r>
                      <a:endParaRPr lang="en-GB" sz="1800" b="1"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lnTlToBr w="12700" cmpd="sng">
                      <a:noFill/>
                      <a:prstDash val="solid"/>
                    </a:lnTlToBr>
                    <a:lnBlToTr w="12700" cmpd="sng">
                      <a:noFill/>
                      <a:prstDash val="solid"/>
                    </a:lnBlToTr>
                    <a:solidFill>
                      <a:srgbClr val="D8DEDC">
                        <a:alpha val="20000"/>
                      </a:srgbClr>
                    </a:solidFill>
                  </a:tcPr>
                </a:tc>
                <a:tc>
                  <a:txBody>
                    <a:bodyPr/>
                    <a:lstStyle>
                      <a:lvl1pPr marL="0" algn="l" defTabSz="685800" rtl="0" eaLnBrk="1" latinLnBrk="0" hangingPunct="1">
                        <a:defRPr sz="1350" kern="1200">
                          <a:solidFill>
                            <a:schemeClr val="dk1"/>
                          </a:solidFill>
                          <a:latin typeface="Arial"/>
                        </a:defRPr>
                      </a:lvl1pPr>
                      <a:lvl2pPr marL="342900" algn="l" defTabSz="685800" rtl="0" eaLnBrk="1" latinLnBrk="0" hangingPunct="1">
                        <a:defRPr sz="1350" kern="1200">
                          <a:solidFill>
                            <a:schemeClr val="dk1"/>
                          </a:solidFill>
                          <a:latin typeface="Arial"/>
                        </a:defRPr>
                      </a:lvl2pPr>
                      <a:lvl3pPr marL="685800" algn="l" defTabSz="685800" rtl="0" eaLnBrk="1" latinLnBrk="0" hangingPunct="1">
                        <a:defRPr sz="1350" kern="1200">
                          <a:solidFill>
                            <a:schemeClr val="dk1"/>
                          </a:solidFill>
                          <a:latin typeface="Arial"/>
                        </a:defRPr>
                      </a:lvl3pPr>
                      <a:lvl4pPr marL="1028700" algn="l" defTabSz="685800" rtl="0" eaLnBrk="1" latinLnBrk="0" hangingPunct="1">
                        <a:defRPr sz="1350" kern="1200">
                          <a:solidFill>
                            <a:schemeClr val="dk1"/>
                          </a:solidFill>
                          <a:latin typeface="Arial"/>
                        </a:defRPr>
                      </a:lvl4pPr>
                      <a:lvl5pPr marL="1371600" algn="l" defTabSz="685800" rtl="0" eaLnBrk="1" latinLnBrk="0" hangingPunct="1">
                        <a:defRPr sz="1350" kern="1200">
                          <a:solidFill>
                            <a:schemeClr val="dk1"/>
                          </a:solidFill>
                          <a:latin typeface="Arial"/>
                        </a:defRPr>
                      </a:lvl5pPr>
                      <a:lvl6pPr marL="1714500" algn="l" defTabSz="685800" rtl="0" eaLnBrk="1" latinLnBrk="0" hangingPunct="1">
                        <a:defRPr sz="1350" kern="1200">
                          <a:solidFill>
                            <a:schemeClr val="dk1"/>
                          </a:solidFill>
                          <a:latin typeface="Arial"/>
                        </a:defRPr>
                      </a:lvl6pPr>
                      <a:lvl7pPr marL="2057400" algn="l" defTabSz="685800" rtl="0" eaLnBrk="1" latinLnBrk="0" hangingPunct="1">
                        <a:defRPr sz="1350" kern="1200">
                          <a:solidFill>
                            <a:schemeClr val="dk1"/>
                          </a:solidFill>
                          <a:latin typeface="Arial"/>
                        </a:defRPr>
                      </a:lvl7pPr>
                      <a:lvl8pPr marL="2400300" algn="l" defTabSz="685800" rtl="0" eaLnBrk="1" latinLnBrk="0" hangingPunct="1">
                        <a:defRPr sz="1350" kern="1200">
                          <a:solidFill>
                            <a:schemeClr val="dk1"/>
                          </a:solidFill>
                          <a:latin typeface="Arial"/>
                        </a:defRPr>
                      </a:lvl8pPr>
                      <a:lvl9pPr marL="2743200" algn="l" defTabSz="685800" rtl="0" eaLnBrk="1" latinLnBrk="0" hangingPunct="1">
                        <a:defRPr sz="1350" kern="1200">
                          <a:solidFill>
                            <a:schemeClr val="dk1"/>
                          </a:solidFill>
                          <a:latin typeface="Arial"/>
                        </a:defRPr>
                      </a:lvl9pPr>
                    </a:lstStyle>
                    <a:p>
                      <a:pPr>
                        <a:lnSpc>
                          <a:spcPct val="107000"/>
                        </a:lnSpc>
                        <a:spcAft>
                          <a:spcPts val="0"/>
                        </a:spcAft>
                      </a:pPr>
                      <a:r>
                        <a:rPr lang="en-GB" sz="1600" b="1" dirty="0">
                          <a:solidFill>
                            <a:schemeClr val="tx1">
                              <a:lumMod val="75000"/>
                              <a:lumOff val="25000"/>
                            </a:schemeClr>
                          </a:solidFill>
                          <a:effectLst/>
                        </a:rPr>
                        <a:t>While these leaders are creative, intelligent, and reflective, they might alienate followers who need direct, simple, and clear instructions. </a:t>
                      </a:r>
                      <a:endParaRPr lang="en-GB" sz="1600" b="1" dirty="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180409" marR="67653" marT="90204" marB="90204">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lnTlToBr w="12700" cmpd="sng">
                      <a:noFill/>
                      <a:prstDash val="solid"/>
                    </a:lnTlToBr>
                    <a:lnBlToTr w="12700" cmpd="sng">
                      <a:noFill/>
                      <a:prstDash val="solid"/>
                    </a:lnBlToTr>
                    <a:solidFill>
                      <a:srgbClr val="D8DEDC">
                        <a:alpha val="20000"/>
                      </a:srgbClr>
                    </a:solidFill>
                  </a:tcPr>
                </a:tc>
                <a:extLst>
                  <a:ext uri="{0D108BD9-81ED-4DB2-BD59-A6C34878D82A}">
                    <a16:rowId xmlns:a16="http://schemas.microsoft.com/office/drawing/2014/main" val="3227540957"/>
                  </a:ext>
                </a:extLst>
              </a:tr>
            </a:tbl>
          </a:graphicData>
        </a:graphic>
      </p:graphicFrame>
      <p:sp>
        <p:nvSpPr>
          <p:cNvPr id="2" name="Rectangle 1">
            <a:extLst>
              <a:ext uri="{FF2B5EF4-FFF2-40B4-BE49-F238E27FC236}">
                <a16:creationId xmlns:a16="http://schemas.microsoft.com/office/drawing/2014/main" id="{6721E921-3C79-0441-9B5E-4AF67DA02EA0}"/>
              </a:ext>
            </a:extLst>
          </p:cNvPr>
          <p:cNvSpPr/>
          <p:nvPr/>
        </p:nvSpPr>
        <p:spPr>
          <a:xfrm>
            <a:off x="611560" y="6453336"/>
            <a:ext cx="8265864" cy="338554"/>
          </a:xfrm>
          <a:prstGeom prst="rect">
            <a:avLst/>
          </a:prstGeom>
        </p:spPr>
        <p:txBody>
          <a:bodyPr wrap="square">
            <a:spAutoFit/>
          </a:bodyPr>
          <a:lstStyle/>
          <a:p>
            <a:r>
              <a:rPr lang="en-GB" dirty="0">
                <a:hlinkClick r:id="rId2"/>
              </a:rPr>
              <a:t>https://m.timothy-judge.com/documents/Thebrightanddarksidesofleadertraits.pdf</a:t>
            </a:r>
            <a:r>
              <a:rPr lang="en-GB" dirty="0"/>
              <a:t> </a:t>
            </a:r>
          </a:p>
        </p:txBody>
      </p:sp>
    </p:spTree>
    <p:extLst>
      <p:ext uri="{BB962C8B-B14F-4D97-AF65-F5344CB8AC3E}">
        <p14:creationId xmlns:p14="http://schemas.microsoft.com/office/powerpoint/2010/main" val="31363706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8DD13-D1B5-42E0-B482-6157D2CCEDD1}"/>
              </a:ext>
            </a:extLst>
          </p:cNvPr>
          <p:cNvSpPr>
            <a:spLocks noGrp="1"/>
          </p:cNvSpPr>
          <p:nvPr>
            <p:ph type="title"/>
          </p:nvPr>
        </p:nvSpPr>
        <p:spPr/>
        <p:txBody>
          <a:bodyPr/>
          <a:lstStyle/>
          <a:p>
            <a:r>
              <a:rPr lang="en-GB" dirty="0"/>
              <a:t>Leadership styles</a:t>
            </a:r>
          </a:p>
        </p:txBody>
      </p:sp>
      <p:sp>
        <p:nvSpPr>
          <p:cNvPr id="3" name="Content Placeholder 2">
            <a:extLst>
              <a:ext uri="{FF2B5EF4-FFF2-40B4-BE49-F238E27FC236}">
                <a16:creationId xmlns:a16="http://schemas.microsoft.com/office/drawing/2014/main" id="{2FC744D6-126D-42AA-B9AD-A055D204A129}"/>
              </a:ext>
            </a:extLst>
          </p:cNvPr>
          <p:cNvSpPr>
            <a:spLocks noGrp="1"/>
          </p:cNvSpPr>
          <p:nvPr>
            <p:ph idx="1"/>
          </p:nvPr>
        </p:nvSpPr>
        <p:spPr>
          <a:xfrm>
            <a:off x="457200" y="1600200"/>
            <a:ext cx="8229600" cy="5141168"/>
          </a:xfrm>
        </p:spPr>
        <p:txBody>
          <a:bodyPr>
            <a:normAutofit/>
          </a:bodyPr>
          <a:lstStyle/>
          <a:p>
            <a:r>
              <a:rPr lang="en-GB" sz="2400" b="1" dirty="0"/>
              <a:t>Transactional Leadership</a:t>
            </a:r>
          </a:p>
          <a:p>
            <a:r>
              <a:rPr lang="en-GB" sz="2400" dirty="0">
                <a:effectLst/>
                <a:latin typeface="Arial" panose="020B0604020202020204" pitchFamily="34" charset="0"/>
                <a:ea typeface="Calibri" panose="020F0502020204030204" pitchFamily="34" charset="0"/>
                <a:cs typeface="Times New Roman" panose="02020603050405020304" pitchFamily="18" charset="0"/>
              </a:rPr>
              <a:t>Transactional leaders emphasise “hard levers of change such as designing systems and controls” (Johnson et al, 2017: 471). </a:t>
            </a:r>
          </a:p>
          <a:p>
            <a:r>
              <a:rPr lang="en-GB" sz="2400" dirty="0">
                <a:effectLst/>
                <a:latin typeface="Arial" panose="020B0604020202020204" pitchFamily="34" charset="0"/>
                <a:ea typeface="Calibri" panose="020F0502020204030204" pitchFamily="34" charset="0"/>
                <a:cs typeface="Times New Roman" panose="02020603050405020304" pitchFamily="18" charset="0"/>
              </a:rPr>
              <a:t>The emphasis tends to be on structures, project management, setting targets, having financial incentives and monitoring performance (Johnson et al, 2017). </a:t>
            </a:r>
          </a:p>
          <a:p>
            <a:r>
              <a:rPr lang="en-GB" sz="2400" dirty="0">
                <a:effectLst/>
                <a:latin typeface="Arial" panose="020B0604020202020204" pitchFamily="34" charset="0"/>
                <a:ea typeface="Calibri" panose="020F0502020204030204" pitchFamily="34" charset="0"/>
                <a:cs typeface="Times New Roman" panose="02020603050405020304" pitchFamily="18" charset="0"/>
              </a:rPr>
              <a:t>Armstrong (2012:14) states that “Transactional leaders trade money, jobs and security for compliance”. </a:t>
            </a:r>
          </a:p>
          <a:p>
            <a:r>
              <a:rPr lang="en-GB" sz="2400" dirty="0">
                <a:effectLst/>
                <a:latin typeface="Arial" panose="020B0604020202020204" pitchFamily="34" charset="0"/>
                <a:ea typeface="Calibri" panose="020F0502020204030204" pitchFamily="34" charset="0"/>
                <a:cs typeface="Times New Roman" panose="02020603050405020304" pitchFamily="18" charset="0"/>
              </a:rPr>
              <a:t>At one time or another, most managers use some form of </a:t>
            </a:r>
            <a:r>
              <a:rPr lang="en-GB" sz="2400" dirty="0" err="1">
                <a:effectLst/>
                <a:latin typeface="Arial" panose="020B0604020202020204" pitchFamily="34" charset="0"/>
                <a:ea typeface="Calibri" panose="020F0502020204030204" pitchFamily="34" charset="0"/>
                <a:cs typeface="Times New Roman" panose="02020603050405020304" pitchFamily="18" charset="0"/>
              </a:rPr>
              <a:t>Transactual</a:t>
            </a:r>
            <a:r>
              <a:rPr lang="en-GB" sz="2400" dirty="0">
                <a:effectLst/>
                <a:latin typeface="Arial" panose="020B0604020202020204" pitchFamily="34" charset="0"/>
                <a:ea typeface="Calibri" panose="020F0502020204030204" pitchFamily="34" charset="0"/>
                <a:cs typeface="Times New Roman" panose="02020603050405020304" pitchFamily="18" charset="0"/>
              </a:rPr>
              <a:t> leadership because of the need to obtain results, to solve problems, to take control and to plan and organise (</a:t>
            </a:r>
            <a:r>
              <a:rPr lang="en-GB" sz="2400" dirty="0" err="1">
                <a:effectLst/>
                <a:latin typeface="Arial" panose="020B0604020202020204" pitchFamily="34" charset="0"/>
                <a:ea typeface="Calibri" panose="020F0502020204030204" pitchFamily="34" charset="0"/>
                <a:cs typeface="Times New Roman" panose="02020603050405020304" pitchFamily="18" charset="0"/>
              </a:rPr>
              <a:t>Tavanti</a:t>
            </a:r>
            <a:r>
              <a:rPr lang="en-GB" sz="2400" dirty="0">
                <a:effectLst/>
                <a:latin typeface="Arial" panose="020B0604020202020204" pitchFamily="34" charset="0"/>
                <a:ea typeface="Calibri" panose="020F0502020204030204" pitchFamily="34" charset="0"/>
                <a:cs typeface="Times New Roman" panose="02020603050405020304" pitchFamily="18" charset="0"/>
              </a:rPr>
              <a:t>, 2008). </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2400" b="1" dirty="0"/>
          </a:p>
        </p:txBody>
      </p:sp>
    </p:spTree>
    <p:extLst>
      <p:ext uri="{BB962C8B-B14F-4D97-AF65-F5344CB8AC3E}">
        <p14:creationId xmlns:p14="http://schemas.microsoft.com/office/powerpoint/2010/main" val="20092017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EE016A-1DEF-4B04-B4FD-2FC5AB357F3C}"/>
              </a:ext>
            </a:extLst>
          </p:cNvPr>
          <p:cNvSpPr>
            <a:spLocks noGrp="1"/>
          </p:cNvSpPr>
          <p:nvPr>
            <p:ph idx="1"/>
          </p:nvPr>
        </p:nvSpPr>
        <p:spPr/>
        <p:txBody>
          <a:bodyPr>
            <a:normAutofit fontScale="85000" lnSpcReduction="10000"/>
          </a:bodyPr>
          <a:lstStyle/>
          <a:p>
            <a:r>
              <a:rPr lang="en-GB" sz="3200" dirty="0">
                <a:effectLst/>
                <a:latin typeface="Arial" panose="020B0604020202020204" pitchFamily="34" charset="0"/>
                <a:ea typeface="Calibri" panose="020F0502020204030204" pitchFamily="34" charset="0"/>
                <a:cs typeface="Times New Roman" panose="02020603050405020304" pitchFamily="18" charset="0"/>
              </a:rPr>
              <a:t>There has been much criticism of TAL. </a:t>
            </a:r>
          </a:p>
          <a:p>
            <a:r>
              <a:rPr lang="en-GB" sz="3200" dirty="0">
                <a:effectLst/>
                <a:latin typeface="Arial" panose="020B0604020202020204" pitchFamily="34" charset="0"/>
                <a:ea typeface="Calibri" panose="020F0502020204030204" pitchFamily="34" charset="0"/>
                <a:cs typeface="Times New Roman" panose="02020603050405020304" pitchFamily="18" charset="0"/>
              </a:rPr>
              <a:t>Yukl (1999), for example, has commented </a:t>
            </a:r>
            <a:r>
              <a:rPr lang="en-GB" sz="3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that the underlying mechanism at work in TAL was unclear and that there existed little empirical work existed examining the effects of TAL on organizations, work groups or, teams. </a:t>
            </a:r>
          </a:p>
          <a:p>
            <a:r>
              <a:rPr lang="en-GB" sz="3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Furthermore, empirical support for the benefits of TAL leadership typically includes both transactional and transformational behaviours rather than exclusive transactional behaviours (e.g. Gundersen et al., 2012).</a:t>
            </a:r>
            <a:endParaRPr lang="en-GB" dirty="0"/>
          </a:p>
        </p:txBody>
      </p:sp>
      <p:sp>
        <p:nvSpPr>
          <p:cNvPr id="4" name="Title 1">
            <a:extLst>
              <a:ext uri="{FF2B5EF4-FFF2-40B4-BE49-F238E27FC236}">
                <a16:creationId xmlns:a16="http://schemas.microsoft.com/office/drawing/2014/main" id="{65D61F7C-0800-49AE-BE98-8AD843C93E5B}"/>
              </a:ext>
            </a:extLst>
          </p:cNvPr>
          <p:cNvSpPr>
            <a:spLocks noGrp="1"/>
          </p:cNvSpPr>
          <p:nvPr>
            <p:ph type="title"/>
          </p:nvPr>
        </p:nvSpPr>
        <p:spPr>
          <a:xfrm>
            <a:off x="457200" y="274638"/>
            <a:ext cx="8229600" cy="1143000"/>
          </a:xfrm>
        </p:spPr>
        <p:txBody>
          <a:bodyPr/>
          <a:lstStyle/>
          <a:p>
            <a:r>
              <a:rPr lang="en-GB" dirty="0"/>
              <a:t>Leadership styles</a:t>
            </a:r>
          </a:p>
        </p:txBody>
      </p:sp>
    </p:spTree>
    <p:extLst>
      <p:ext uri="{BB962C8B-B14F-4D97-AF65-F5344CB8AC3E}">
        <p14:creationId xmlns:p14="http://schemas.microsoft.com/office/powerpoint/2010/main" val="9287141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8ADFA6-05AB-4E35-AFC6-B837E65BA591}"/>
              </a:ext>
            </a:extLst>
          </p:cNvPr>
          <p:cNvSpPr>
            <a:spLocks noGrp="1"/>
          </p:cNvSpPr>
          <p:nvPr>
            <p:ph idx="1"/>
          </p:nvPr>
        </p:nvSpPr>
        <p:spPr>
          <a:xfrm>
            <a:off x="457200" y="1600200"/>
            <a:ext cx="8229600" cy="5069160"/>
          </a:xfrm>
        </p:spPr>
        <p:txBody>
          <a:bodyPr>
            <a:normAutofit fontScale="92500"/>
          </a:bodyPr>
          <a:lstStyle/>
          <a:p>
            <a:r>
              <a:rPr lang="en-GB" sz="2600" b="1" dirty="0"/>
              <a:t>Transformational Leadership</a:t>
            </a:r>
          </a:p>
          <a:p>
            <a:r>
              <a:rPr lang="en-GB" sz="2400" dirty="0">
                <a:effectLst/>
                <a:latin typeface="Arial" panose="020B0604020202020204" pitchFamily="34" charset="0"/>
                <a:ea typeface="Calibri" panose="020F0502020204030204" pitchFamily="34" charset="0"/>
                <a:cs typeface="Times New Roman" panose="02020603050405020304" pitchFamily="18" charset="0"/>
              </a:rPr>
              <a:t>Transformational (or charismatic) leaders emphasise “building a vision for the organisation, creating an organisational identity around collective values and beliefs to support that vision and energising people to achieve it” (Johnson et al, 2017: 471). </a:t>
            </a:r>
          </a:p>
          <a:p>
            <a:r>
              <a:rPr lang="en-GB" sz="2400" dirty="0">
                <a:effectLst/>
                <a:latin typeface="Arial" panose="020B0604020202020204" pitchFamily="34" charset="0"/>
                <a:ea typeface="Calibri" panose="020F0502020204030204" pitchFamily="34" charset="0"/>
                <a:cs typeface="Times New Roman" panose="02020603050405020304" pitchFamily="18" charset="0"/>
              </a:rPr>
              <a:t>According to Bass (1985), transactional leaders recognise what must be done to attain designated outcomes, they clarify the followers’ role, are able to meet the needs of followers, they recognise what followers want, they clarify how followers’ needs will be fulfilled and they recognise the valence of designated outcomes for followers. </a:t>
            </a:r>
          </a:p>
          <a:p>
            <a:r>
              <a:rPr lang="en-GB" sz="2400" dirty="0">
                <a:effectLst/>
                <a:latin typeface="Arial" panose="020B0604020202020204" pitchFamily="34" charset="0"/>
                <a:ea typeface="Calibri" panose="020F0502020204030204" pitchFamily="34" charset="0"/>
                <a:cs typeface="Times New Roman" panose="02020603050405020304" pitchFamily="18" charset="0"/>
              </a:rPr>
              <a:t>The end result is to motivate followers in order to attain desired outcomes.</a:t>
            </a:r>
          </a:p>
          <a:p>
            <a:endParaRPr lang="en-GB" sz="2400" dirty="0"/>
          </a:p>
          <a:p>
            <a:endParaRPr lang="en-GB" dirty="0"/>
          </a:p>
        </p:txBody>
      </p:sp>
      <p:sp>
        <p:nvSpPr>
          <p:cNvPr id="4" name="Title 1">
            <a:extLst>
              <a:ext uri="{FF2B5EF4-FFF2-40B4-BE49-F238E27FC236}">
                <a16:creationId xmlns:a16="http://schemas.microsoft.com/office/drawing/2014/main" id="{2BFAE0EC-C1E5-477D-9FCB-AC4CB7EDDEB4}"/>
              </a:ext>
            </a:extLst>
          </p:cNvPr>
          <p:cNvSpPr>
            <a:spLocks noGrp="1"/>
          </p:cNvSpPr>
          <p:nvPr>
            <p:ph type="title"/>
          </p:nvPr>
        </p:nvSpPr>
        <p:spPr>
          <a:xfrm>
            <a:off x="457200" y="274638"/>
            <a:ext cx="8229600" cy="1143000"/>
          </a:xfrm>
        </p:spPr>
        <p:txBody>
          <a:bodyPr/>
          <a:lstStyle/>
          <a:p>
            <a:r>
              <a:rPr lang="en-GB" dirty="0"/>
              <a:t>Leadership styles</a:t>
            </a:r>
          </a:p>
        </p:txBody>
      </p:sp>
    </p:spTree>
    <p:extLst>
      <p:ext uri="{BB962C8B-B14F-4D97-AF65-F5344CB8AC3E}">
        <p14:creationId xmlns:p14="http://schemas.microsoft.com/office/powerpoint/2010/main" val="495456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1A45B0-3930-48C5-96CB-48706E4A0E50}"/>
              </a:ext>
            </a:extLst>
          </p:cNvPr>
          <p:cNvSpPr>
            <a:spLocks noGrp="1"/>
          </p:cNvSpPr>
          <p:nvPr>
            <p:ph idx="1"/>
          </p:nvPr>
        </p:nvSpPr>
        <p:spPr/>
        <p:txBody>
          <a:bodyPr>
            <a:normAutofit fontScale="85000" lnSpcReduction="10000"/>
          </a:bodyPr>
          <a:lstStyle/>
          <a:p>
            <a:r>
              <a:rPr lang="en-GB" sz="3200" dirty="0">
                <a:effectLst/>
                <a:latin typeface="Arial" panose="020B0604020202020204" pitchFamily="34" charset="0"/>
                <a:ea typeface="Calibri" panose="020F0502020204030204" pitchFamily="34" charset="0"/>
                <a:cs typeface="Times New Roman" panose="02020603050405020304" pitchFamily="18" charset="0"/>
              </a:rPr>
              <a:t>According to Currie and Lockett (2007), although there are different views of what TFL includes, it is often stated that it</a:t>
            </a:r>
            <a:r>
              <a:rPr lang="en-GB" sz="3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is comprised of four components: charisma, inspiration, individualized consideration and intellectual stimulation. </a:t>
            </a:r>
          </a:p>
          <a:p>
            <a:r>
              <a:rPr lang="en-GB" sz="3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TFL is not without its critics. </a:t>
            </a:r>
          </a:p>
          <a:p>
            <a:r>
              <a:rPr lang="en-GB" sz="3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For example, van Knippenberg (2013) claim that the concept is seriously flawed whilst Alvesson and </a:t>
            </a:r>
            <a:r>
              <a:rPr lang="en-GB" sz="32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Karreman</a:t>
            </a:r>
            <a:r>
              <a:rPr lang="en-GB" sz="3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(2015) state that the key elements of TFL are arbitrary and incoherently combined. </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Title 1">
            <a:extLst>
              <a:ext uri="{FF2B5EF4-FFF2-40B4-BE49-F238E27FC236}">
                <a16:creationId xmlns:a16="http://schemas.microsoft.com/office/drawing/2014/main" id="{DCFF0C70-A1D5-400A-89F0-AB83B43EEBD5}"/>
              </a:ext>
            </a:extLst>
          </p:cNvPr>
          <p:cNvSpPr>
            <a:spLocks noGrp="1"/>
          </p:cNvSpPr>
          <p:nvPr>
            <p:ph type="title"/>
          </p:nvPr>
        </p:nvSpPr>
        <p:spPr>
          <a:xfrm>
            <a:off x="457200" y="274638"/>
            <a:ext cx="8229600" cy="1143000"/>
          </a:xfrm>
        </p:spPr>
        <p:txBody>
          <a:bodyPr/>
          <a:lstStyle/>
          <a:p>
            <a:r>
              <a:rPr lang="en-GB" dirty="0"/>
              <a:t>Leadership styles</a:t>
            </a:r>
          </a:p>
        </p:txBody>
      </p:sp>
    </p:spTree>
    <p:extLst>
      <p:ext uri="{BB962C8B-B14F-4D97-AF65-F5344CB8AC3E}">
        <p14:creationId xmlns:p14="http://schemas.microsoft.com/office/powerpoint/2010/main" val="225153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D901DB-BA3A-4F62-8619-B5E0D72684EC}"/>
              </a:ext>
            </a:extLst>
          </p:cNvPr>
          <p:cNvSpPr>
            <a:spLocks noGrp="1"/>
          </p:cNvSpPr>
          <p:nvPr>
            <p:ph idx="1"/>
          </p:nvPr>
        </p:nvSpPr>
        <p:spPr>
          <a:xfrm>
            <a:off x="457200" y="1600200"/>
            <a:ext cx="8229600" cy="5141168"/>
          </a:xfrm>
        </p:spPr>
        <p:txBody>
          <a:bodyPr>
            <a:normAutofit lnSpcReduction="10000"/>
          </a:bodyPr>
          <a:lstStyle/>
          <a:p>
            <a:r>
              <a:rPr lang="en-GB" sz="2400" b="1" dirty="0"/>
              <a:t>Situational Leadership</a:t>
            </a:r>
          </a:p>
          <a:p>
            <a:r>
              <a:rPr lang="en-GB"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Situational leadership proposes that effective leadership requires a rational understanding of the current situation and an appropriate response, rather than having a charismatic leader with a large group of followers (</a:t>
            </a:r>
            <a:r>
              <a:rPr lang="en-GB" sz="24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McCleskey, J. (2014). </a:t>
            </a:r>
          </a:p>
          <a:p>
            <a:r>
              <a:rPr lang="en-GB" sz="24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According to Johnson et al (2017: 471), Situational leaders “adjust their leadership style to the context they face”. </a:t>
            </a:r>
          </a:p>
          <a:p>
            <a:r>
              <a:rPr lang="en-GB" sz="24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As with all forms of leadership theory, SAL has been criticised by a number of authors for its lack of consistency, conformity and continuity (Nicholls, 1985) and its lack of internal consistency, ambiguity and contradictions in its conception (Bass, 2008).</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2400" b="1" dirty="0"/>
          </a:p>
          <a:p>
            <a:endParaRPr lang="en-GB" dirty="0"/>
          </a:p>
        </p:txBody>
      </p:sp>
      <p:sp>
        <p:nvSpPr>
          <p:cNvPr id="4" name="Title 1">
            <a:extLst>
              <a:ext uri="{FF2B5EF4-FFF2-40B4-BE49-F238E27FC236}">
                <a16:creationId xmlns:a16="http://schemas.microsoft.com/office/drawing/2014/main" id="{4DC88372-5A52-4B9D-8A42-EAD061C6E68D}"/>
              </a:ext>
            </a:extLst>
          </p:cNvPr>
          <p:cNvSpPr>
            <a:spLocks noGrp="1"/>
          </p:cNvSpPr>
          <p:nvPr>
            <p:ph type="title"/>
          </p:nvPr>
        </p:nvSpPr>
        <p:spPr>
          <a:xfrm>
            <a:off x="457200" y="274638"/>
            <a:ext cx="8229600" cy="1143000"/>
          </a:xfrm>
        </p:spPr>
        <p:txBody>
          <a:bodyPr/>
          <a:lstStyle/>
          <a:p>
            <a:r>
              <a:rPr lang="en-GB" dirty="0"/>
              <a:t>Leadership styles</a:t>
            </a:r>
          </a:p>
        </p:txBody>
      </p:sp>
    </p:spTree>
    <p:extLst>
      <p:ext uri="{BB962C8B-B14F-4D97-AF65-F5344CB8AC3E}">
        <p14:creationId xmlns:p14="http://schemas.microsoft.com/office/powerpoint/2010/main" val="387864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D7E28B-EFC6-4929-8FE6-62B801FF797E}"/>
              </a:ext>
            </a:extLst>
          </p:cNvPr>
          <p:cNvSpPr>
            <a:spLocks noGrp="1"/>
          </p:cNvSpPr>
          <p:nvPr>
            <p:ph idx="1"/>
          </p:nvPr>
        </p:nvSpPr>
        <p:spPr>
          <a:xfrm>
            <a:off x="457200" y="1600200"/>
            <a:ext cx="8229600" cy="5141168"/>
          </a:xfrm>
        </p:spPr>
        <p:txBody>
          <a:bodyPr>
            <a:normAutofit/>
          </a:bodyPr>
          <a:lstStyle/>
          <a:p>
            <a:r>
              <a:rPr lang="en-GB" sz="24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Hersey and Blanchard’s Situational Leadership model (1982) theory</a:t>
            </a:r>
            <a:r>
              <a:rPr lang="en-GB"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rests on two basic assumptions: </a:t>
            </a:r>
          </a:p>
          <a:p>
            <a:r>
              <a:rPr lang="en-GB"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 There is no single all-purpose leadership style. </a:t>
            </a:r>
          </a:p>
          <a:p>
            <a:r>
              <a:rPr lang="en-GB"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 The leader's behaviour has two independent main components: directive behaviour and supportive behaviour. </a:t>
            </a:r>
          </a:p>
          <a:p>
            <a:r>
              <a:rPr lang="en-GB"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The four quadrants with the different combinations represent the four different leadership styles: directing, coaching, supporting and delegating (Irgens, 1995). </a:t>
            </a:r>
          </a:p>
          <a:p>
            <a:r>
              <a:rPr lang="en-GB"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This model is appealing and popular among practitioners but there is a consensus in the literature of a lack of empirical evidence supporting the model (</a:t>
            </a:r>
            <a:r>
              <a:rPr lang="en-GB" sz="2400" dirty="0" err="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Meirovich</a:t>
            </a:r>
            <a:r>
              <a:rPr lang="en-GB" sz="24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&amp; Gu, 2015). </a:t>
            </a:r>
            <a:endParaRPr lang="en-GB"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Title 1">
            <a:extLst>
              <a:ext uri="{FF2B5EF4-FFF2-40B4-BE49-F238E27FC236}">
                <a16:creationId xmlns:a16="http://schemas.microsoft.com/office/drawing/2014/main" id="{08B85562-B303-44E2-A686-BDC8A9DC7068}"/>
              </a:ext>
            </a:extLst>
          </p:cNvPr>
          <p:cNvSpPr>
            <a:spLocks noGrp="1"/>
          </p:cNvSpPr>
          <p:nvPr>
            <p:ph type="title"/>
          </p:nvPr>
        </p:nvSpPr>
        <p:spPr>
          <a:xfrm>
            <a:off x="457200" y="274638"/>
            <a:ext cx="8229600" cy="1143000"/>
          </a:xfrm>
        </p:spPr>
        <p:txBody>
          <a:bodyPr/>
          <a:lstStyle/>
          <a:p>
            <a:r>
              <a:rPr lang="en-GB" dirty="0"/>
              <a:t>Leadership styles</a:t>
            </a:r>
          </a:p>
        </p:txBody>
      </p:sp>
    </p:spTree>
    <p:extLst>
      <p:ext uri="{BB962C8B-B14F-4D97-AF65-F5344CB8AC3E}">
        <p14:creationId xmlns:p14="http://schemas.microsoft.com/office/powerpoint/2010/main" val="3008781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8E4AE3-BF6E-4B7C-8414-62117B96CE13}"/>
              </a:ext>
            </a:extLst>
          </p:cNvPr>
          <p:cNvSpPr>
            <a:spLocks noGrp="1"/>
          </p:cNvSpPr>
          <p:nvPr>
            <p:ph idx="1"/>
          </p:nvPr>
        </p:nvSpPr>
        <p:spPr/>
        <p:txBody>
          <a:bodyPr/>
          <a:lstStyle/>
          <a:p>
            <a:r>
              <a:rPr lang="en-GB" sz="2400" b="1" dirty="0"/>
              <a:t>Servant Leadership</a:t>
            </a:r>
          </a:p>
          <a:p>
            <a:r>
              <a:rPr lang="en-GB" sz="2400" spc="25" dirty="0">
                <a:solidFill>
                  <a:srgbClr val="000000"/>
                </a:solidFill>
                <a:effectLst/>
                <a:latin typeface="Arial" panose="020B0604020202020204" pitchFamily="34" charset="0"/>
                <a:ea typeface="Calibri" panose="020F0502020204030204" pitchFamily="34" charset="0"/>
              </a:rPr>
              <a:t>The term “servant leadership” was coined by Robert K. Greenleaf (1970) who referred to servant leaders as those who put the needs of others as their first priority. </a:t>
            </a:r>
          </a:p>
          <a:p>
            <a:r>
              <a:rPr lang="en-GB" sz="2400" spc="25" dirty="0">
                <a:solidFill>
                  <a:srgbClr val="000000"/>
                </a:solidFill>
                <a:effectLst/>
                <a:latin typeface="Arial" panose="020B0604020202020204" pitchFamily="34" charset="0"/>
                <a:ea typeface="Calibri" panose="020F0502020204030204" pitchFamily="34" charset="0"/>
              </a:rPr>
              <a:t>Servant leaders prioritize the needs of their employees above their own, help subordinates recognise their full potential and empower them to get the job done (Linden et al, 2014).</a:t>
            </a:r>
            <a:r>
              <a:rPr lang="en-GB" sz="2400" spc="25" dirty="0">
                <a:solidFill>
                  <a:srgbClr val="515151"/>
                </a:solidFill>
                <a:effectLst/>
                <a:latin typeface="Arial" panose="020B0604020202020204" pitchFamily="34" charset="0"/>
                <a:ea typeface="Calibri" panose="020F0502020204030204" pitchFamily="34" charset="0"/>
              </a:rPr>
              <a:t> </a:t>
            </a:r>
          </a:p>
          <a:p>
            <a:r>
              <a:rPr lang="en-GB" sz="2400" spc="25" dirty="0">
                <a:solidFill>
                  <a:srgbClr val="000000"/>
                </a:solidFill>
                <a:effectLst/>
                <a:latin typeface="Arial" panose="020B0604020202020204" pitchFamily="34" charset="0"/>
                <a:ea typeface="Calibri" panose="020F0502020204030204" pitchFamily="34" charset="0"/>
              </a:rPr>
              <a:t>Spears (1995 in </a:t>
            </a:r>
            <a:r>
              <a:rPr lang="en-GB" sz="2400" spc="25" dirty="0" err="1">
                <a:solidFill>
                  <a:srgbClr val="000000"/>
                </a:solidFill>
                <a:effectLst/>
                <a:latin typeface="Arial" panose="020B0604020202020204" pitchFamily="34" charset="0"/>
                <a:ea typeface="Calibri" panose="020F0502020204030204" pitchFamily="34" charset="0"/>
              </a:rPr>
              <a:t>Qiu</a:t>
            </a:r>
            <a:r>
              <a:rPr lang="en-GB" sz="2400" spc="25" dirty="0">
                <a:solidFill>
                  <a:srgbClr val="000000"/>
                </a:solidFill>
                <a:effectLst/>
                <a:latin typeface="Arial" panose="020B0604020202020204" pitchFamily="34" charset="0"/>
                <a:ea typeface="Calibri" panose="020F0502020204030204" pitchFamily="34" charset="0"/>
              </a:rPr>
              <a:t> and Dooley, 2018) stated that there are ten characteristics of the servant leader (based on the works of Greenleaf). </a:t>
            </a:r>
            <a:endParaRPr lang="en-GB" sz="2400" dirty="0"/>
          </a:p>
        </p:txBody>
      </p:sp>
      <p:sp>
        <p:nvSpPr>
          <p:cNvPr id="4" name="Title 1">
            <a:extLst>
              <a:ext uri="{FF2B5EF4-FFF2-40B4-BE49-F238E27FC236}">
                <a16:creationId xmlns:a16="http://schemas.microsoft.com/office/drawing/2014/main" id="{38830000-C439-4BCB-A0F3-0ECC43D060FB}"/>
              </a:ext>
            </a:extLst>
          </p:cNvPr>
          <p:cNvSpPr>
            <a:spLocks noGrp="1"/>
          </p:cNvSpPr>
          <p:nvPr>
            <p:ph type="title"/>
          </p:nvPr>
        </p:nvSpPr>
        <p:spPr>
          <a:xfrm>
            <a:off x="457200" y="274638"/>
            <a:ext cx="8229600" cy="1143000"/>
          </a:xfrm>
        </p:spPr>
        <p:txBody>
          <a:bodyPr/>
          <a:lstStyle/>
          <a:p>
            <a:r>
              <a:rPr lang="en-GB" dirty="0"/>
              <a:t>Leadership styles</a:t>
            </a:r>
          </a:p>
        </p:txBody>
      </p:sp>
    </p:spTree>
    <p:extLst>
      <p:ext uri="{BB962C8B-B14F-4D97-AF65-F5344CB8AC3E}">
        <p14:creationId xmlns:p14="http://schemas.microsoft.com/office/powerpoint/2010/main" val="615218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3631B8-47C9-40CD-B531-AC1A28064BF3}"/>
              </a:ext>
            </a:extLst>
          </p:cNvPr>
          <p:cNvSpPr>
            <a:spLocks noGrp="1"/>
          </p:cNvSpPr>
          <p:nvPr>
            <p:ph idx="1"/>
          </p:nvPr>
        </p:nvSpPr>
        <p:spPr/>
        <p:txBody>
          <a:bodyPr>
            <a:normAutofit lnSpcReduction="10000"/>
          </a:bodyPr>
          <a:lstStyle/>
          <a:p>
            <a:pPr marL="0" indent="0">
              <a:lnSpc>
                <a:spcPct val="115000"/>
              </a:lnSpc>
              <a:spcAft>
                <a:spcPts val="1000"/>
              </a:spcAft>
              <a:buNone/>
            </a:pPr>
            <a:r>
              <a:rPr lang="en-GB" sz="20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These are:</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Listening</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Empathy </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Healing </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Awareness</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Persuasion </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Conceptualization </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Foresight </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Stewardship </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Symbol" panose="05050102010706020507" pitchFamily="18" charset="2"/>
              <a:buChar char=""/>
            </a:pPr>
            <a:r>
              <a:rPr lang="en-GB" sz="20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Commitment to the growth of people and </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Symbol" panose="05050102010706020507" pitchFamily="18" charset="2"/>
              <a:buChar char=""/>
            </a:pPr>
            <a:r>
              <a:rPr lang="en-GB" sz="20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Building community. </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2400" dirty="0"/>
          </a:p>
        </p:txBody>
      </p:sp>
      <p:sp>
        <p:nvSpPr>
          <p:cNvPr id="4" name="Title 1">
            <a:extLst>
              <a:ext uri="{FF2B5EF4-FFF2-40B4-BE49-F238E27FC236}">
                <a16:creationId xmlns:a16="http://schemas.microsoft.com/office/drawing/2014/main" id="{735AFBFB-87E6-4F11-8BB0-FD83960DE155}"/>
              </a:ext>
            </a:extLst>
          </p:cNvPr>
          <p:cNvSpPr>
            <a:spLocks noGrp="1"/>
          </p:cNvSpPr>
          <p:nvPr>
            <p:ph type="title"/>
          </p:nvPr>
        </p:nvSpPr>
        <p:spPr>
          <a:xfrm>
            <a:off x="457200" y="274638"/>
            <a:ext cx="8229600" cy="1143000"/>
          </a:xfrm>
        </p:spPr>
        <p:txBody>
          <a:bodyPr/>
          <a:lstStyle/>
          <a:p>
            <a:r>
              <a:rPr lang="en-GB" dirty="0"/>
              <a:t>Leadership styles</a:t>
            </a:r>
          </a:p>
        </p:txBody>
      </p:sp>
    </p:spTree>
    <p:extLst>
      <p:ext uri="{BB962C8B-B14F-4D97-AF65-F5344CB8AC3E}">
        <p14:creationId xmlns:p14="http://schemas.microsoft.com/office/powerpoint/2010/main" val="26810649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B1503D-D55E-48CA-9832-34190718D03B}"/>
              </a:ext>
            </a:extLst>
          </p:cNvPr>
          <p:cNvSpPr>
            <a:spLocks noGrp="1"/>
          </p:cNvSpPr>
          <p:nvPr>
            <p:ph idx="1"/>
          </p:nvPr>
        </p:nvSpPr>
        <p:spPr>
          <a:xfrm>
            <a:off x="457200" y="1600200"/>
            <a:ext cx="8229600" cy="5141168"/>
          </a:xfrm>
        </p:spPr>
        <p:txBody>
          <a:bodyPr>
            <a:normAutofit fontScale="92500" lnSpcReduction="10000"/>
          </a:bodyPr>
          <a:lstStyle/>
          <a:p>
            <a:r>
              <a:rPr lang="en-GB" sz="2400" b="1" dirty="0"/>
              <a:t>Heroic Leadership</a:t>
            </a:r>
          </a:p>
          <a:p>
            <a:pPr>
              <a:lnSpc>
                <a:spcPct val="115000"/>
              </a:lnSpc>
              <a:spcAft>
                <a:spcPts val="1000"/>
              </a:spcAft>
            </a:pPr>
            <a:r>
              <a:rPr lang="en-GB" sz="1800" spc="25"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Traditional notions of heroic leadership support the assumption that leadership is the task of a “gifted”, superior individual with leaders possessing distinct psychological traits and personal characteristics compared to “ordinary”, inferior individuals (Drysdale et al, 2014). </a:t>
            </a:r>
          </a:p>
          <a:p>
            <a:pPr>
              <a:lnSpc>
                <a:spcPct val="115000"/>
              </a:lnSpc>
              <a:spcAft>
                <a:spcPts val="1000"/>
              </a:spcAft>
            </a:pPr>
            <a:r>
              <a:rPr lang="en-GB" sz="1800" spc="1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a:t>
            </a:r>
            <a:r>
              <a:rPr lang="en-GB" sz="1800" dirty="0">
                <a:effectLst/>
                <a:latin typeface="Arial" panose="020B0604020202020204" pitchFamily="34" charset="0"/>
                <a:ea typeface="Calibri" panose="020F0502020204030204" pitchFamily="34" charset="0"/>
                <a:cs typeface="Times New Roman" panose="02020603050405020304" pitchFamily="18" charset="0"/>
              </a:rPr>
              <a:t>ccording to Cohen (2010), HL incorporates eight universal laws: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GB" sz="1800" dirty="0">
                <a:effectLst/>
                <a:latin typeface="Arial" panose="020B0604020202020204" pitchFamily="34" charset="0"/>
                <a:ea typeface="Calibri" panose="020F0502020204030204" pitchFamily="34" charset="0"/>
                <a:cs typeface="Times New Roman" panose="02020603050405020304" pitchFamily="18" charset="0"/>
              </a:rPr>
              <a:t>Maintain absolute integrity</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GB" sz="1800" dirty="0">
                <a:effectLst/>
                <a:latin typeface="Arial" panose="020B0604020202020204" pitchFamily="34" charset="0"/>
                <a:ea typeface="Calibri" panose="020F0502020204030204" pitchFamily="34" charset="0"/>
                <a:cs typeface="Times New Roman" panose="02020603050405020304" pitchFamily="18" charset="0"/>
              </a:rPr>
              <a:t>Know your stuff</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GB" sz="1800" dirty="0">
                <a:effectLst/>
                <a:latin typeface="Arial" panose="020B0604020202020204" pitchFamily="34" charset="0"/>
                <a:ea typeface="Calibri" panose="020F0502020204030204" pitchFamily="34" charset="0"/>
                <a:cs typeface="Times New Roman" panose="02020603050405020304" pitchFamily="18" charset="0"/>
              </a:rPr>
              <a:t>Declare your expectations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GB" sz="1800" dirty="0">
                <a:effectLst/>
                <a:latin typeface="Arial" panose="020B0604020202020204" pitchFamily="34" charset="0"/>
                <a:ea typeface="Calibri" panose="020F0502020204030204" pitchFamily="34" charset="0"/>
                <a:cs typeface="Times New Roman" panose="02020603050405020304" pitchFamily="18" charset="0"/>
              </a:rPr>
              <a:t>Show uncommon commitment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GB" sz="1800" dirty="0">
                <a:effectLst/>
                <a:latin typeface="Arial" panose="020B0604020202020204" pitchFamily="34" charset="0"/>
                <a:ea typeface="Calibri" panose="020F0502020204030204" pitchFamily="34" charset="0"/>
                <a:cs typeface="Times New Roman" panose="02020603050405020304" pitchFamily="18" charset="0"/>
              </a:rPr>
              <a:t>Expect positive results</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GB" sz="1800" dirty="0">
                <a:effectLst/>
                <a:latin typeface="Arial" panose="020B0604020202020204" pitchFamily="34" charset="0"/>
                <a:ea typeface="Calibri" panose="020F0502020204030204" pitchFamily="34" charset="0"/>
                <a:cs typeface="Times New Roman" panose="02020603050405020304" pitchFamily="18" charset="0"/>
              </a:rPr>
              <a:t>Take care of your people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buFont typeface="+mj-lt"/>
              <a:buAutoNum type="arabicPeriod"/>
            </a:pPr>
            <a:r>
              <a:rPr lang="en-GB" sz="1800" dirty="0">
                <a:effectLst/>
                <a:latin typeface="Arial" panose="020B0604020202020204" pitchFamily="34" charset="0"/>
                <a:ea typeface="Calibri" panose="020F0502020204030204" pitchFamily="34" charset="0"/>
                <a:cs typeface="Times New Roman" panose="02020603050405020304" pitchFamily="18" charset="0"/>
              </a:rPr>
              <a:t>Put duty before self and</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1000"/>
              </a:spcAft>
              <a:buFont typeface="+mj-lt"/>
              <a:buAutoNum type="arabicPeriod"/>
            </a:pPr>
            <a:r>
              <a:rPr lang="en-GB" sz="1800" dirty="0">
                <a:effectLst/>
                <a:latin typeface="Arial" panose="020B0604020202020204" pitchFamily="34" charset="0"/>
                <a:ea typeface="Calibri" panose="020F0502020204030204" pitchFamily="34" charset="0"/>
                <a:cs typeface="Times New Roman" panose="02020603050405020304" pitchFamily="18" charset="0"/>
              </a:rPr>
              <a:t>Get out in front</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sz="2400" dirty="0"/>
          </a:p>
        </p:txBody>
      </p:sp>
      <p:sp>
        <p:nvSpPr>
          <p:cNvPr id="4" name="Title 1">
            <a:extLst>
              <a:ext uri="{FF2B5EF4-FFF2-40B4-BE49-F238E27FC236}">
                <a16:creationId xmlns:a16="http://schemas.microsoft.com/office/drawing/2014/main" id="{EDB8781A-8918-4651-9AAB-0659824E5DAC}"/>
              </a:ext>
            </a:extLst>
          </p:cNvPr>
          <p:cNvSpPr>
            <a:spLocks noGrp="1"/>
          </p:cNvSpPr>
          <p:nvPr>
            <p:ph type="title"/>
          </p:nvPr>
        </p:nvSpPr>
        <p:spPr>
          <a:xfrm>
            <a:off x="457200" y="274638"/>
            <a:ext cx="8229600" cy="1143000"/>
          </a:xfrm>
        </p:spPr>
        <p:txBody>
          <a:bodyPr/>
          <a:lstStyle/>
          <a:p>
            <a:r>
              <a:rPr lang="en-GB" dirty="0"/>
              <a:t>Leadership styles</a:t>
            </a:r>
          </a:p>
        </p:txBody>
      </p:sp>
    </p:spTree>
    <p:extLst>
      <p:ext uri="{BB962C8B-B14F-4D97-AF65-F5344CB8AC3E}">
        <p14:creationId xmlns:p14="http://schemas.microsoft.com/office/powerpoint/2010/main" val="1938710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CE770A7-2D29-475A-B0CD-EE4AAEB902D1}"/>
              </a:ext>
            </a:extLst>
          </p:cNvPr>
          <p:cNvSpPr>
            <a:spLocks noGrp="1"/>
          </p:cNvSpPr>
          <p:nvPr>
            <p:ph idx="1"/>
          </p:nvPr>
        </p:nvSpPr>
        <p:spPr>
          <a:xfrm>
            <a:off x="457200" y="1417638"/>
            <a:ext cx="8229600" cy="5323730"/>
          </a:xfrm>
        </p:spPr>
        <p:txBody>
          <a:bodyPr>
            <a:noAutofit/>
          </a:bodyPr>
          <a:lstStyle/>
          <a:p>
            <a:r>
              <a:rPr lang="en-GB" sz="2400" dirty="0">
                <a:effectLst/>
                <a:latin typeface="Arial" panose="020B0604020202020204" pitchFamily="34" charset="0"/>
                <a:ea typeface="Calibri" panose="020F0502020204030204" pitchFamily="34" charset="0"/>
                <a:cs typeface="Times New Roman" panose="02020603050405020304" pitchFamily="18" charset="0"/>
              </a:rPr>
              <a:t>Integrity is an essential quality of leadership (Tracy, 2014). </a:t>
            </a:r>
          </a:p>
          <a:p>
            <a:r>
              <a:rPr lang="en-GB" sz="2400" dirty="0">
                <a:effectLst/>
                <a:latin typeface="Arial" panose="020B0604020202020204" pitchFamily="34" charset="0"/>
                <a:ea typeface="Calibri" panose="020F0502020204030204" pitchFamily="34" charset="0"/>
                <a:cs typeface="Times New Roman" panose="02020603050405020304" pitchFamily="18" charset="0"/>
              </a:rPr>
              <a:t>According to Leigh (2013), a leader should possess a strong “moral compass” and this will require a demonstration that ethical behaviour is a priority, clearly communicate expectations for ethical performance, practice ethical decision-making and actively support the organisation’s ethics programme. </a:t>
            </a:r>
          </a:p>
          <a:p>
            <a:r>
              <a:rPr lang="en-GB" sz="2400" dirty="0">
                <a:effectLst/>
                <a:latin typeface="Arial" panose="020B0604020202020204" pitchFamily="34" charset="0"/>
                <a:ea typeface="Calibri" panose="020F0502020204030204" pitchFamily="34" charset="0"/>
                <a:cs typeface="Times New Roman" panose="02020603050405020304" pitchFamily="18" charset="0"/>
              </a:rPr>
              <a:t>The concept of “</a:t>
            </a:r>
            <a:r>
              <a:rPr lang="en-GB" sz="2400" b="1" dirty="0">
                <a:effectLst/>
                <a:latin typeface="Arial" panose="020B0604020202020204" pitchFamily="34" charset="0"/>
                <a:ea typeface="Calibri" panose="020F0502020204030204" pitchFamily="34" charset="0"/>
                <a:cs typeface="Times New Roman" panose="02020603050405020304" pitchFamily="18" charset="0"/>
              </a:rPr>
              <a:t>Authentic Leadership</a:t>
            </a:r>
            <a:r>
              <a:rPr lang="en-GB" sz="2400" dirty="0">
                <a:effectLst/>
                <a:latin typeface="Arial" panose="020B0604020202020204" pitchFamily="34" charset="0"/>
                <a:ea typeface="Calibri" panose="020F0502020204030204" pitchFamily="34" charset="0"/>
                <a:cs typeface="Times New Roman" panose="02020603050405020304" pitchFamily="18" charset="0"/>
              </a:rPr>
              <a:t>” has been applied to corporate ethics. </a:t>
            </a:r>
          </a:p>
          <a:p>
            <a:r>
              <a:rPr lang="en-GB" sz="2400" dirty="0">
                <a:effectLst/>
                <a:latin typeface="Arial" panose="020B0604020202020204" pitchFamily="34" charset="0"/>
                <a:ea typeface="Calibri" panose="020F0502020204030204" pitchFamily="34" charset="0"/>
                <a:cs typeface="Times New Roman" panose="02020603050405020304" pitchFamily="18" charset="0"/>
              </a:rPr>
              <a:t>Kruse (2013), for example, notes that authentic leaders are self-aware and genuine, are mission-driven and focused on results, lead with their heart and focus on the long-term.  </a:t>
            </a:r>
            <a:endParaRPr lang="en-GB" sz="2400" dirty="0"/>
          </a:p>
        </p:txBody>
      </p:sp>
      <p:sp>
        <p:nvSpPr>
          <p:cNvPr id="4" name="Title 1">
            <a:extLst>
              <a:ext uri="{FF2B5EF4-FFF2-40B4-BE49-F238E27FC236}">
                <a16:creationId xmlns:a16="http://schemas.microsoft.com/office/drawing/2014/main" id="{732DD1FC-D326-4341-A3BE-E707BD079B70}"/>
              </a:ext>
            </a:extLst>
          </p:cNvPr>
          <p:cNvSpPr>
            <a:spLocks noGrp="1"/>
          </p:cNvSpPr>
          <p:nvPr>
            <p:ph type="title"/>
          </p:nvPr>
        </p:nvSpPr>
        <p:spPr>
          <a:xfrm>
            <a:off x="457200" y="274638"/>
            <a:ext cx="8229600" cy="1143000"/>
          </a:xfrm>
        </p:spPr>
        <p:txBody>
          <a:bodyPr/>
          <a:lstStyle/>
          <a:p>
            <a:r>
              <a:rPr lang="en-GB" dirty="0"/>
              <a:t>Leadership styles</a:t>
            </a:r>
          </a:p>
        </p:txBody>
      </p:sp>
    </p:spTree>
    <p:extLst>
      <p:ext uri="{BB962C8B-B14F-4D97-AF65-F5344CB8AC3E}">
        <p14:creationId xmlns:p14="http://schemas.microsoft.com/office/powerpoint/2010/main" val="954402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846759-632F-4A66-8B79-D89674A8BCC5}"/>
              </a:ext>
            </a:extLst>
          </p:cNvPr>
          <p:cNvSpPr>
            <a:spLocks noGrp="1"/>
          </p:cNvSpPr>
          <p:nvPr>
            <p:ph idx="1"/>
          </p:nvPr>
        </p:nvSpPr>
        <p:spPr/>
        <p:txBody>
          <a:bodyPr>
            <a:normAutofit fontScale="77500" lnSpcReduction="20000"/>
          </a:bodyPr>
          <a:lstStyle/>
          <a:p>
            <a:r>
              <a:rPr lang="en-GB" sz="3200" dirty="0">
                <a:effectLst/>
                <a:latin typeface="Arial" panose="020B0604020202020204" pitchFamily="34" charset="0"/>
                <a:ea typeface="Calibri" panose="020F0502020204030204" pitchFamily="34" charset="0"/>
                <a:cs typeface="Times New Roman" panose="02020603050405020304" pitchFamily="18" charset="0"/>
              </a:rPr>
              <a:t>According to Richard Barrett (2010), an effective leader will need to master seven levels of consciousness. </a:t>
            </a:r>
          </a:p>
          <a:p>
            <a:r>
              <a:rPr lang="en-GB" sz="3200" dirty="0">
                <a:effectLst/>
                <a:latin typeface="Arial" panose="020B0604020202020204" pitchFamily="34" charset="0"/>
                <a:ea typeface="Calibri" panose="020F0502020204030204" pitchFamily="34" charset="0"/>
                <a:cs typeface="Times New Roman" panose="02020603050405020304" pitchFamily="18" charset="0"/>
              </a:rPr>
              <a:t>These are Service, Making a difference, Internal cohesion, Transformation, Self-esteem, Relationships and Survival. </a:t>
            </a:r>
          </a:p>
          <a:p>
            <a:r>
              <a:rPr lang="en-GB" sz="3200" dirty="0">
                <a:effectLst/>
                <a:latin typeface="Arial" panose="020B0604020202020204" pitchFamily="34" charset="0"/>
                <a:ea typeface="Calibri" panose="020F0502020204030204" pitchFamily="34" charset="0"/>
                <a:cs typeface="Times New Roman" panose="02020603050405020304" pitchFamily="18" charset="0"/>
              </a:rPr>
              <a:t>Each of these levels of consciousness are supported by characteristics. </a:t>
            </a:r>
          </a:p>
          <a:p>
            <a:r>
              <a:rPr lang="en-GB" sz="3200" dirty="0">
                <a:effectLst/>
                <a:latin typeface="Arial" panose="020B0604020202020204" pitchFamily="34" charset="0"/>
                <a:ea typeface="Calibri" panose="020F0502020204030204" pitchFamily="34" charset="0"/>
                <a:cs typeface="Times New Roman" panose="02020603050405020304" pitchFamily="18" charset="0"/>
              </a:rPr>
              <a:t>For example, the “Survival” level of consciousness with require that the leader fulfils the role of financial manager and crisis director, ensuring financial stability, organisational growth and employee health and safety. </a:t>
            </a: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sp>
        <p:nvSpPr>
          <p:cNvPr id="4" name="Title 1">
            <a:extLst>
              <a:ext uri="{FF2B5EF4-FFF2-40B4-BE49-F238E27FC236}">
                <a16:creationId xmlns:a16="http://schemas.microsoft.com/office/drawing/2014/main" id="{08A8C025-7F41-4591-A3C8-DD395283D475}"/>
              </a:ext>
            </a:extLst>
          </p:cNvPr>
          <p:cNvSpPr>
            <a:spLocks noGrp="1"/>
          </p:cNvSpPr>
          <p:nvPr>
            <p:ph type="title"/>
          </p:nvPr>
        </p:nvSpPr>
        <p:spPr>
          <a:xfrm>
            <a:off x="457200" y="274638"/>
            <a:ext cx="8229600" cy="1143000"/>
          </a:xfrm>
        </p:spPr>
        <p:txBody>
          <a:bodyPr/>
          <a:lstStyle/>
          <a:p>
            <a:r>
              <a:rPr lang="en-GB" dirty="0"/>
              <a:t>Leadership styles</a:t>
            </a:r>
          </a:p>
        </p:txBody>
      </p:sp>
      <p:sp>
        <p:nvSpPr>
          <p:cNvPr id="5" name="TextBox 4">
            <a:extLst>
              <a:ext uri="{FF2B5EF4-FFF2-40B4-BE49-F238E27FC236}">
                <a16:creationId xmlns:a16="http://schemas.microsoft.com/office/drawing/2014/main" id="{A14C250F-5B30-4F92-90F4-7353ABDA86FD}"/>
              </a:ext>
            </a:extLst>
          </p:cNvPr>
          <p:cNvSpPr txBox="1"/>
          <p:nvPr/>
        </p:nvSpPr>
        <p:spPr>
          <a:xfrm>
            <a:off x="755576" y="5833775"/>
            <a:ext cx="3049488" cy="584775"/>
          </a:xfrm>
          <a:prstGeom prst="rect">
            <a:avLst/>
          </a:prstGeom>
          <a:noFill/>
        </p:spPr>
        <p:txBody>
          <a:bodyPr wrap="square" rtlCol="0">
            <a:spAutoFit/>
          </a:bodyPr>
          <a:lstStyle/>
          <a:p>
            <a:r>
              <a:rPr lang="en-GB" b="1" dirty="0">
                <a:highlight>
                  <a:srgbClr val="FFFF00"/>
                </a:highlight>
              </a:rPr>
              <a:t>What leadership style do you have?</a:t>
            </a:r>
          </a:p>
        </p:txBody>
      </p:sp>
    </p:spTree>
    <p:extLst>
      <p:ext uri="{BB962C8B-B14F-4D97-AF65-F5344CB8AC3E}">
        <p14:creationId xmlns:p14="http://schemas.microsoft.com/office/powerpoint/2010/main" val="34752886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a:t>Managers versus Leaders</a:t>
            </a:r>
            <a:r>
              <a:rPr lang="en-GB" b="1" dirty="0">
                <a:solidFill>
                  <a:schemeClr val="bg1"/>
                </a:solidFill>
              </a:rPr>
              <a:t> (1977/1992)</a:t>
            </a:r>
          </a:p>
        </p:txBody>
      </p:sp>
      <p:sp>
        <p:nvSpPr>
          <p:cNvPr id="3" name="Content Placeholder 2"/>
          <p:cNvSpPr>
            <a:spLocks noGrp="1"/>
          </p:cNvSpPr>
          <p:nvPr>
            <p:ph idx="1"/>
          </p:nvPr>
        </p:nvSpPr>
        <p:spPr>
          <a:xfrm>
            <a:off x="395288" y="2060848"/>
            <a:ext cx="8425184" cy="4536504"/>
          </a:xfrm>
        </p:spPr>
        <p:txBody>
          <a:bodyPr>
            <a:normAutofit fontScale="70000" lnSpcReduction="20000"/>
          </a:bodyPr>
          <a:lstStyle/>
          <a:p>
            <a:pPr marL="0" indent="0" algn="just">
              <a:buNone/>
            </a:pPr>
            <a:endParaRPr lang="en-GB" sz="2800" i="1" dirty="0"/>
          </a:p>
          <a:p>
            <a:pPr marL="0" indent="0" algn="just">
              <a:buNone/>
            </a:pPr>
            <a:r>
              <a:rPr lang="en-GB" sz="3600" dirty="0"/>
              <a:t>There is an important qualitative difference between managers and leaders.</a:t>
            </a:r>
          </a:p>
          <a:p>
            <a:pPr marL="0" indent="0" algn="just">
              <a:buNone/>
            </a:pPr>
            <a:endParaRPr lang="en-GB" sz="3600" i="1" dirty="0"/>
          </a:p>
          <a:p>
            <a:pPr marL="0" indent="0" algn="just">
              <a:buNone/>
            </a:pPr>
            <a:r>
              <a:rPr lang="en-GB" sz="3600" i="1" dirty="0"/>
              <a:t>	“Business leaders have much more in common with 	artists than they do with managers.” (p.126)</a:t>
            </a:r>
          </a:p>
          <a:p>
            <a:pPr marL="0" indent="0" algn="just">
              <a:buNone/>
            </a:pPr>
            <a:endParaRPr lang="en-GB" i="1" dirty="0"/>
          </a:p>
          <a:p>
            <a:pPr marL="0" indent="0" algn="just">
              <a:buNone/>
            </a:pPr>
            <a:endParaRPr lang="en-GB" i="1" dirty="0"/>
          </a:p>
          <a:p>
            <a:pPr marL="0" indent="0" algn="r">
              <a:buNone/>
            </a:pPr>
            <a:endParaRPr lang="en-GB" dirty="0"/>
          </a:p>
          <a:p>
            <a:pPr marL="0" indent="0" algn="r">
              <a:buNone/>
            </a:pPr>
            <a:r>
              <a:rPr lang="en-GB" sz="1900" dirty="0"/>
              <a:t>		</a:t>
            </a:r>
          </a:p>
          <a:p>
            <a:pPr marL="0" indent="0" algn="r">
              <a:buNone/>
            </a:pPr>
            <a:endParaRPr lang="en-GB" sz="1900" dirty="0"/>
          </a:p>
          <a:p>
            <a:pPr marL="0" indent="0" algn="r">
              <a:buNone/>
            </a:pPr>
            <a:r>
              <a:rPr lang="en-GB" sz="2300" dirty="0"/>
              <a:t>		</a:t>
            </a:r>
            <a:r>
              <a:rPr lang="en-GB" sz="2300" dirty="0" err="1"/>
              <a:t>Zaleznik</a:t>
            </a:r>
            <a:r>
              <a:rPr lang="en-GB" sz="2300" dirty="0"/>
              <a:t>, A. (1977) Managers and leaders: Are they different? </a:t>
            </a:r>
            <a:r>
              <a:rPr lang="en-GB" sz="2300" i="1" dirty="0"/>
              <a:t>Harvard Business Review</a:t>
            </a:r>
            <a:r>
              <a:rPr lang="en-GB" sz="2300" dirty="0"/>
              <a:t>, 55(5): 67-78.</a:t>
            </a:r>
          </a:p>
          <a:p>
            <a:pPr marL="0" indent="0" algn="r">
              <a:buNone/>
            </a:pPr>
            <a:r>
              <a:rPr lang="en-GB" sz="2300" dirty="0"/>
              <a:t>		</a:t>
            </a:r>
            <a:r>
              <a:rPr lang="en-GB" sz="2300" dirty="0" err="1"/>
              <a:t>Zaleznik</a:t>
            </a:r>
            <a:r>
              <a:rPr lang="en-GB" sz="2300" dirty="0"/>
              <a:t>, A. (1992) Managers and leaders: Are they different? </a:t>
            </a:r>
            <a:r>
              <a:rPr lang="en-GB" sz="2300" i="1" dirty="0"/>
              <a:t>Harvard Business Review</a:t>
            </a:r>
            <a:r>
              <a:rPr lang="en-GB" sz="2300" dirty="0"/>
              <a:t>, March-April, pp.126-135.</a:t>
            </a:r>
          </a:p>
        </p:txBody>
      </p:sp>
    </p:spTree>
    <p:extLst>
      <p:ext uri="{BB962C8B-B14F-4D97-AF65-F5344CB8AC3E}">
        <p14:creationId xmlns:p14="http://schemas.microsoft.com/office/powerpoint/2010/main" val="40312599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6" name="Table 5"/>
          <p:cNvGraphicFramePr>
            <a:graphicFrameLocks noGrp="1"/>
          </p:cNvGraphicFramePr>
          <p:nvPr/>
        </p:nvGraphicFramePr>
        <p:xfrm>
          <a:off x="1" y="0"/>
          <a:ext cx="9144000" cy="6670448"/>
        </p:xfrm>
        <a:graphic>
          <a:graphicData uri="http://schemas.openxmlformats.org/drawingml/2006/table">
            <a:tbl>
              <a:tblPr firstRow="1" firstCol="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758498">
                <a:tc>
                  <a:txBody>
                    <a:bodyPr/>
                    <a:lstStyle/>
                    <a:p>
                      <a:pPr>
                        <a:lnSpc>
                          <a:spcPct val="115000"/>
                        </a:lnSpc>
                      </a:pPr>
                      <a:endParaRPr lang="en-GB" sz="3600" dirty="0">
                        <a:effectLst/>
                        <a:latin typeface="Calibri"/>
                        <a:cs typeface="Times New Roman"/>
                      </a:endParaRPr>
                    </a:p>
                  </a:txBody>
                  <a:tcPr marL="57150" marR="57150" marT="57150" marB="57150" anchor="ctr">
                    <a:solidFill>
                      <a:srgbClr val="002060"/>
                    </a:solidFill>
                  </a:tcPr>
                </a:tc>
                <a:tc>
                  <a:txBody>
                    <a:bodyPr/>
                    <a:lstStyle/>
                    <a:p>
                      <a:pPr>
                        <a:lnSpc>
                          <a:spcPct val="115000"/>
                        </a:lnSpc>
                        <a:spcAft>
                          <a:spcPts val="0"/>
                        </a:spcAft>
                      </a:pPr>
                      <a:r>
                        <a:rPr lang="en-GB" sz="1800" dirty="0">
                          <a:effectLst/>
                        </a:rPr>
                        <a:t>Managers</a:t>
                      </a:r>
                      <a:endParaRPr lang="en-GB" sz="1800" dirty="0">
                        <a:effectLst/>
                        <a:latin typeface="Calibri"/>
                        <a:ea typeface="Calibri"/>
                        <a:cs typeface="Times New Roman"/>
                      </a:endParaRPr>
                    </a:p>
                  </a:txBody>
                  <a:tcPr marL="57150" marR="57150" marT="57150" marB="57150">
                    <a:solidFill>
                      <a:srgbClr val="002060"/>
                    </a:solidFill>
                  </a:tcPr>
                </a:tc>
                <a:tc>
                  <a:txBody>
                    <a:bodyPr/>
                    <a:lstStyle/>
                    <a:p>
                      <a:pPr>
                        <a:lnSpc>
                          <a:spcPct val="115000"/>
                        </a:lnSpc>
                        <a:spcAft>
                          <a:spcPts val="0"/>
                        </a:spcAft>
                      </a:pPr>
                      <a:r>
                        <a:rPr lang="en-GB" sz="1800" dirty="0">
                          <a:effectLst/>
                        </a:rPr>
                        <a:t>Leaders</a:t>
                      </a:r>
                      <a:endParaRPr lang="en-GB" sz="1800" dirty="0">
                        <a:effectLst/>
                        <a:latin typeface="Calibri"/>
                        <a:ea typeface="Calibri"/>
                        <a:cs typeface="Times New Roman"/>
                      </a:endParaRPr>
                    </a:p>
                  </a:txBody>
                  <a:tcPr marL="57150" marR="57150" marT="57150" marB="57150">
                    <a:solidFill>
                      <a:srgbClr val="002060"/>
                    </a:solidFill>
                  </a:tcPr>
                </a:tc>
                <a:extLst>
                  <a:ext uri="{0D108BD9-81ED-4DB2-BD59-A6C34878D82A}">
                    <a16:rowId xmlns:a16="http://schemas.microsoft.com/office/drawing/2014/main" val="10000"/>
                  </a:ext>
                </a:extLst>
              </a:tr>
              <a:tr h="1659138">
                <a:tc>
                  <a:txBody>
                    <a:bodyPr/>
                    <a:lstStyle/>
                    <a:p>
                      <a:pPr>
                        <a:lnSpc>
                          <a:spcPct val="115000"/>
                        </a:lnSpc>
                        <a:spcAft>
                          <a:spcPts val="1000"/>
                        </a:spcAft>
                      </a:pPr>
                      <a:r>
                        <a:rPr lang="en-GB" sz="2000" dirty="0">
                          <a:effectLst/>
                        </a:rPr>
                        <a:t>Who They Are</a:t>
                      </a:r>
                      <a:endParaRPr lang="en-GB" sz="3600" dirty="0">
                        <a:effectLst/>
                        <a:latin typeface="Calibri"/>
                        <a:ea typeface="Calibri"/>
                        <a:cs typeface="Times New Roman"/>
                      </a:endParaRPr>
                    </a:p>
                  </a:txBody>
                  <a:tcPr marL="57150" marR="57150" marT="57150" marB="57150" anchor="ctr">
                    <a:solidFill>
                      <a:srgbClr val="002060"/>
                    </a:solidFill>
                  </a:tcPr>
                </a:tc>
                <a:tc>
                  <a:txBody>
                    <a:bodyPr/>
                    <a:lstStyle/>
                    <a:p>
                      <a:pPr>
                        <a:lnSpc>
                          <a:spcPct val="115000"/>
                        </a:lnSpc>
                        <a:spcAft>
                          <a:spcPts val="1000"/>
                        </a:spcAft>
                      </a:pPr>
                      <a:r>
                        <a:rPr lang="en-GB" sz="1800" dirty="0">
                          <a:effectLst/>
                        </a:rPr>
                        <a:t>Managers are problem solvers. Managers achieve results through a cautious process of trial and error. </a:t>
                      </a:r>
                      <a:endParaRPr lang="en-GB" sz="1800" dirty="0">
                        <a:effectLst/>
                        <a:latin typeface="Calibri"/>
                        <a:ea typeface="Calibri"/>
                        <a:cs typeface="Times New Roman"/>
                      </a:endParaRPr>
                    </a:p>
                  </a:txBody>
                  <a:tcPr marL="57150" marR="57150" marT="57150" marB="57150" anchor="ctr"/>
                </a:tc>
                <a:tc>
                  <a:txBody>
                    <a:bodyPr/>
                    <a:lstStyle/>
                    <a:p>
                      <a:pPr>
                        <a:lnSpc>
                          <a:spcPct val="115000"/>
                        </a:lnSpc>
                        <a:spcAft>
                          <a:spcPts val="1000"/>
                        </a:spcAft>
                      </a:pPr>
                      <a:r>
                        <a:rPr lang="en-GB" sz="1800">
                          <a:effectLst/>
                        </a:rPr>
                        <a:t>Leaders are heroes. Leaders are driven by some grand design with intuitive flashes of insight. </a:t>
                      </a:r>
                      <a:endParaRPr lang="en-GB" sz="1800">
                        <a:effectLst/>
                        <a:latin typeface="Calibri"/>
                        <a:ea typeface="Calibri"/>
                        <a:cs typeface="Times New Roman"/>
                      </a:endParaRPr>
                    </a:p>
                  </a:txBody>
                  <a:tcPr marL="57150" marR="57150" marT="57150" marB="57150" anchor="ctr"/>
                </a:tc>
                <a:extLst>
                  <a:ext uri="{0D108BD9-81ED-4DB2-BD59-A6C34878D82A}">
                    <a16:rowId xmlns:a16="http://schemas.microsoft.com/office/drawing/2014/main" val="10001"/>
                  </a:ext>
                </a:extLst>
              </a:tr>
              <a:tr h="1347627">
                <a:tc>
                  <a:txBody>
                    <a:bodyPr/>
                    <a:lstStyle/>
                    <a:p>
                      <a:pPr>
                        <a:lnSpc>
                          <a:spcPct val="115000"/>
                        </a:lnSpc>
                        <a:spcAft>
                          <a:spcPts val="1000"/>
                        </a:spcAft>
                      </a:pPr>
                      <a:r>
                        <a:rPr lang="en-GB" sz="2000" dirty="0">
                          <a:effectLst/>
                        </a:rPr>
                        <a:t>How They View Themselves</a:t>
                      </a:r>
                      <a:endParaRPr lang="en-GB" sz="3600" dirty="0">
                        <a:effectLst/>
                        <a:latin typeface="Calibri"/>
                        <a:ea typeface="Calibri"/>
                        <a:cs typeface="Times New Roman"/>
                      </a:endParaRPr>
                    </a:p>
                  </a:txBody>
                  <a:tcPr marL="57150" marR="57150" marT="57150" marB="57150" anchor="ctr">
                    <a:solidFill>
                      <a:srgbClr val="002060"/>
                    </a:solidFill>
                  </a:tcPr>
                </a:tc>
                <a:tc>
                  <a:txBody>
                    <a:bodyPr/>
                    <a:lstStyle/>
                    <a:p>
                      <a:pPr>
                        <a:lnSpc>
                          <a:spcPct val="115000"/>
                        </a:lnSpc>
                        <a:spcAft>
                          <a:spcPts val="1000"/>
                        </a:spcAft>
                      </a:pPr>
                      <a:r>
                        <a:rPr lang="en-GB" sz="1800" dirty="0">
                          <a:effectLst/>
                        </a:rPr>
                        <a:t>Managers strive to extend the existing order.</a:t>
                      </a:r>
                      <a:endParaRPr lang="en-GB" sz="1800" dirty="0">
                        <a:effectLst/>
                        <a:latin typeface="Calibri"/>
                        <a:ea typeface="Calibri"/>
                        <a:cs typeface="Times New Roman"/>
                      </a:endParaRPr>
                    </a:p>
                  </a:txBody>
                  <a:tcPr marL="57150" marR="57150" marT="57150" marB="57150" anchor="ctr"/>
                </a:tc>
                <a:tc>
                  <a:txBody>
                    <a:bodyPr/>
                    <a:lstStyle/>
                    <a:p>
                      <a:pPr>
                        <a:lnSpc>
                          <a:spcPct val="115000"/>
                        </a:lnSpc>
                        <a:spcAft>
                          <a:spcPts val="1000"/>
                        </a:spcAft>
                      </a:pPr>
                      <a:r>
                        <a:rPr lang="en-GB" sz="1800">
                          <a:effectLst/>
                        </a:rPr>
                        <a:t>Leaders seek to profoundly alter human, economic, and political relationships. </a:t>
                      </a:r>
                      <a:endParaRPr lang="en-GB" sz="1800">
                        <a:effectLst/>
                        <a:latin typeface="Calibri"/>
                        <a:ea typeface="Calibri"/>
                        <a:cs typeface="Times New Roman"/>
                      </a:endParaRPr>
                    </a:p>
                  </a:txBody>
                  <a:tcPr marL="57150" marR="57150" marT="57150" marB="57150" anchor="ctr"/>
                </a:tc>
                <a:extLst>
                  <a:ext uri="{0D108BD9-81ED-4DB2-BD59-A6C34878D82A}">
                    <a16:rowId xmlns:a16="http://schemas.microsoft.com/office/drawing/2014/main" val="10002"/>
                  </a:ext>
                </a:extLst>
              </a:tr>
              <a:tr h="2905185">
                <a:tc>
                  <a:txBody>
                    <a:bodyPr/>
                    <a:lstStyle/>
                    <a:p>
                      <a:pPr>
                        <a:lnSpc>
                          <a:spcPct val="115000"/>
                        </a:lnSpc>
                        <a:spcAft>
                          <a:spcPts val="1000"/>
                        </a:spcAft>
                      </a:pPr>
                      <a:r>
                        <a:rPr lang="en-GB" sz="2000" dirty="0">
                          <a:effectLst/>
                        </a:rPr>
                        <a:t>How They View Their Work</a:t>
                      </a:r>
                      <a:endParaRPr lang="en-GB" sz="3600" dirty="0">
                        <a:effectLst/>
                        <a:latin typeface="Calibri"/>
                        <a:ea typeface="Calibri"/>
                        <a:cs typeface="Times New Roman"/>
                      </a:endParaRPr>
                    </a:p>
                  </a:txBody>
                  <a:tcPr marL="57150" marR="57150" marT="57150" marB="57150" anchor="ctr">
                    <a:solidFill>
                      <a:srgbClr val="002060"/>
                    </a:solidFill>
                  </a:tcPr>
                </a:tc>
                <a:tc>
                  <a:txBody>
                    <a:bodyPr/>
                    <a:lstStyle/>
                    <a:p>
                      <a:pPr>
                        <a:lnSpc>
                          <a:spcPct val="115000"/>
                        </a:lnSpc>
                        <a:spcAft>
                          <a:spcPts val="1000"/>
                        </a:spcAft>
                      </a:pPr>
                      <a:r>
                        <a:rPr lang="en-GB" sz="1800" dirty="0">
                          <a:effectLst/>
                        </a:rPr>
                        <a:t>Managers fear uncertainty. They use existing policies to achieve organizational goals. They are more concerned with the process that achieved results than the results themselves. </a:t>
                      </a:r>
                      <a:endParaRPr lang="en-GB" sz="1800" dirty="0">
                        <a:effectLst/>
                        <a:latin typeface="Calibri"/>
                        <a:ea typeface="Calibri"/>
                        <a:cs typeface="Times New Roman"/>
                      </a:endParaRPr>
                    </a:p>
                  </a:txBody>
                  <a:tcPr marL="57150" marR="57150" marT="57150" marB="57150" anchor="ctr"/>
                </a:tc>
                <a:tc>
                  <a:txBody>
                    <a:bodyPr/>
                    <a:lstStyle/>
                    <a:p>
                      <a:pPr>
                        <a:lnSpc>
                          <a:spcPct val="115000"/>
                        </a:lnSpc>
                        <a:spcAft>
                          <a:spcPts val="1000"/>
                        </a:spcAft>
                      </a:pPr>
                      <a:r>
                        <a:rPr lang="en-GB" sz="1800" dirty="0">
                          <a:effectLst/>
                        </a:rPr>
                        <a:t>Leaders seek risk and danger where the opportunity for reward is high. They create new concepts and excite and inspire people. They want results.</a:t>
                      </a:r>
                      <a:endParaRPr lang="en-GB" sz="1800" dirty="0">
                        <a:effectLst/>
                        <a:latin typeface="Calibri"/>
                        <a:ea typeface="Calibri"/>
                        <a:cs typeface="Times New Roman"/>
                      </a:endParaRPr>
                    </a:p>
                  </a:txBody>
                  <a:tcPr marL="57150" marR="57150" marT="57150" marB="5715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39201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6328" y="0"/>
          <a:ext cx="9117672" cy="6669360"/>
        </p:xfrm>
        <a:graphic>
          <a:graphicData uri="http://schemas.openxmlformats.org/drawingml/2006/table">
            <a:tbl>
              <a:tblPr firstRow="1" firstCol="1" bandRow="1">
                <a:tableStyleId>{5C22544A-7EE6-4342-B048-85BDC9FD1C3A}</a:tableStyleId>
              </a:tblPr>
              <a:tblGrid>
                <a:gridCol w="3039224">
                  <a:extLst>
                    <a:ext uri="{9D8B030D-6E8A-4147-A177-3AD203B41FA5}">
                      <a16:colId xmlns:a16="http://schemas.microsoft.com/office/drawing/2014/main" val="20000"/>
                    </a:ext>
                  </a:extLst>
                </a:gridCol>
                <a:gridCol w="3039224">
                  <a:extLst>
                    <a:ext uri="{9D8B030D-6E8A-4147-A177-3AD203B41FA5}">
                      <a16:colId xmlns:a16="http://schemas.microsoft.com/office/drawing/2014/main" val="20001"/>
                    </a:ext>
                  </a:extLst>
                </a:gridCol>
                <a:gridCol w="3039224">
                  <a:extLst>
                    <a:ext uri="{9D8B030D-6E8A-4147-A177-3AD203B41FA5}">
                      <a16:colId xmlns:a16="http://schemas.microsoft.com/office/drawing/2014/main" val="20002"/>
                    </a:ext>
                  </a:extLst>
                </a:gridCol>
              </a:tblGrid>
              <a:tr h="2569666">
                <a:tc>
                  <a:txBody>
                    <a:bodyPr/>
                    <a:lstStyle/>
                    <a:p>
                      <a:pPr>
                        <a:lnSpc>
                          <a:spcPct val="115000"/>
                        </a:lnSpc>
                        <a:spcAft>
                          <a:spcPts val="1000"/>
                        </a:spcAft>
                      </a:pPr>
                      <a:r>
                        <a:rPr lang="en-GB" sz="1600" dirty="0">
                          <a:effectLst/>
                        </a:rPr>
                        <a:t>Their View of Goals</a:t>
                      </a:r>
                      <a:endParaRPr lang="en-GB" sz="1600" dirty="0">
                        <a:effectLst/>
                        <a:latin typeface="Calibri"/>
                        <a:ea typeface="Calibri"/>
                        <a:cs typeface="Times New Roman"/>
                      </a:endParaRPr>
                    </a:p>
                  </a:txBody>
                  <a:tcPr marL="57150" marR="57150" marT="57150" marB="57150" anchor="ctr">
                    <a:solidFill>
                      <a:srgbClr val="002060"/>
                    </a:solidFill>
                  </a:tcPr>
                </a:tc>
                <a:tc>
                  <a:txBody>
                    <a:bodyPr/>
                    <a:lstStyle/>
                    <a:p>
                      <a:pPr>
                        <a:lnSpc>
                          <a:spcPct val="115000"/>
                        </a:lnSpc>
                        <a:spcAft>
                          <a:spcPts val="1000"/>
                        </a:spcAft>
                      </a:pPr>
                      <a:r>
                        <a:rPr lang="en-GB" sz="1600" dirty="0">
                          <a:effectLst/>
                        </a:rPr>
                        <a:t>Managers focus on organizational goals. They are driven by a need to conform. They are passive and their goals are shaped by the organization’s history and culture. </a:t>
                      </a:r>
                      <a:endParaRPr lang="en-GB" sz="1600" dirty="0">
                        <a:effectLst/>
                        <a:latin typeface="Calibri"/>
                        <a:ea typeface="Calibri"/>
                        <a:cs typeface="Times New Roman"/>
                      </a:endParaRPr>
                    </a:p>
                  </a:txBody>
                  <a:tcPr marL="57150" marR="57150" marT="57150" marB="57150" anchor="ctr">
                    <a:solidFill>
                      <a:srgbClr val="002060"/>
                    </a:solidFill>
                  </a:tcPr>
                </a:tc>
                <a:tc>
                  <a:txBody>
                    <a:bodyPr/>
                    <a:lstStyle/>
                    <a:p>
                      <a:pPr>
                        <a:lnSpc>
                          <a:spcPct val="115000"/>
                        </a:lnSpc>
                        <a:spcAft>
                          <a:spcPts val="1000"/>
                        </a:spcAft>
                      </a:pPr>
                      <a:r>
                        <a:rPr lang="en-GB" sz="1600" dirty="0">
                          <a:effectLst/>
                        </a:rPr>
                        <a:t>Leaders are driven by personal goals. They alter expectations. They create ideas. </a:t>
                      </a:r>
                      <a:endParaRPr lang="en-GB" sz="1600" dirty="0">
                        <a:effectLst/>
                        <a:latin typeface="Calibri"/>
                        <a:ea typeface="Calibri"/>
                        <a:cs typeface="Times New Roman"/>
                      </a:endParaRPr>
                    </a:p>
                  </a:txBody>
                  <a:tcPr marL="57150" marR="57150" marT="57150" marB="57150" anchor="ctr">
                    <a:solidFill>
                      <a:srgbClr val="002060"/>
                    </a:solidFill>
                  </a:tcPr>
                </a:tc>
                <a:extLst>
                  <a:ext uri="{0D108BD9-81ED-4DB2-BD59-A6C34878D82A}">
                    <a16:rowId xmlns:a16="http://schemas.microsoft.com/office/drawing/2014/main" val="10000"/>
                  </a:ext>
                </a:extLst>
              </a:tr>
              <a:tr h="1667340">
                <a:tc>
                  <a:txBody>
                    <a:bodyPr/>
                    <a:lstStyle/>
                    <a:p>
                      <a:pPr>
                        <a:lnSpc>
                          <a:spcPct val="115000"/>
                        </a:lnSpc>
                        <a:spcAft>
                          <a:spcPts val="1000"/>
                        </a:spcAft>
                      </a:pPr>
                      <a:r>
                        <a:rPr lang="en-GB" sz="1600" dirty="0">
                          <a:effectLst/>
                        </a:rPr>
                        <a:t>Their View of Others</a:t>
                      </a:r>
                      <a:endParaRPr lang="en-GB" sz="1600" dirty="0">
                        <a:effectLst/>
                        <a:latin typeface="Calibri"/>
                        <a:ea typeface="Calibri"/>
                        <a:cs typeface="Times New Roman"/>
                      </a:endParaRPr>
                    </a:p>
                  </a:txBody>
                  <a:tcPr marL="57150" marR="57150" marT="57150" marB="57150" anchor="ctr">
                    <a:solidFill>
                      <a:srgbClr val="002060"/>
                    </a:solidFill>
                  </a:tcPr>
                </a:tc>
                <a:tc>
                  <a:txBody>
                    <a:bodyPr/>
                    <a:lstStyle/>
                    <a:p>
                      <a:pPr>
                        <a:lnSpc>
                          <a:spcPct val="115000"/>
                        </a:lnSpc>
                        <a:spcAft>
                          <a:spcPts val="1000"/>
                        </a:spcAft>
                      </a:pPr>
                      <a:r>
                        <a:rPr lang="en-GB" sz="1600" dirty="0">
                          <a:effectLst/>
                        </a:rPr>
                        <a:t>Managers relate to people according to job titles and status. They are more concerned about roles than needs. </a:t>
                      </a:r>
                      <a:endParaRPr lang="en-GB" sz="1600" dirty="0">
                        <a:effectLst/>
                        <a:latin typeface="Calibri"/>
                        <a:ea typeface="Calibri"/>
                        <a:cs typeface="Times New Roman"/>
                      </a:endParaRPr>
                    </a:p>
                  </a:txBody>
                  <a:tcPr marL="57150" marR="57150" marT="57150" marB="57150" anchor="ctr"/>
                </a:tc>
                <a:tc>
                  <a:txBody>
                    <a:bodyPr/>
                    <a:lstStyle/>
                    <a:p>
                      <a:pPr>
                        <a:lnSpc>
                          <a:spcPct val="115000"/>
                        </a:lnSpc>
                        <a:spcAft>
                          <a:spcPts val="1000"/>
                        </a:spcAft>
                      </a:pPr>
                      <a:r>
                        <a:rPr lang="en-GB" sz="1600" dirty="0">
                          <a:effectLst/>
                        </a:rPr>
                        <a:t>Leaders care about people’s needs. They arouse intense feelings of admiration and devotion. </a:t>
                      </a:r>
                      <a:endParaRPr lang="en-GB" sz="1600" dirty="0">
                        <a:effectLst/>
                        <a:latin typeface="Calibri"/>
                        <a:ea typeface="Calibri"/>
                        <a:cs typeface="Times New Roman"/>
                      </a:endParaRPr>
                    </a:p>
                  </a:txBody>
                  <a:tcPr marL="57150" marR="57150" marT="57150" marB="57150" anchor="ctr"/>
                </a:tc>
                <a:extLst>
                  <a:ext uri="{0D108BD9-81ED-4DB2-BD59-A6C34878D82A}">
                    <a16:rowId xmlns:a16="http://schemas.microsoft.com/office/drawing/2014/main" val="10001"/>
                  </a:ext>
                </a:extLst>
              </a:tr>
              <a:tr h="1065789">
                <a:tc>
                  <a:txBody>
                    <a:bodyPr/>
                    <a:lstStyle/>
                    <a:p>
                      <a:pPr>
                        <a:lnSpc>
                          <a:spcPct val="115000"/>
                        </a:lnSpc>
                        <a:spcAft>
                          <a:spcPts val="1000"/>
                        </a:spcAft>
                      </a:pPr>
                      <a:r>
                        <a:rPr lang="en-GB" sz="1600" dirty="0">
                          <a:effectLst/>
                        </a:rPr>
                        <a:t>How They Achieve Respect</a:t>
                      </a:r>
                      <a:endParaRPr lang="en-GB" sz="1600" dirty="0">
                        <a:effectLst/>
                        <a:latin typeface="Calibri"/>
                        <a:ea typeface="Calibri"/>
                        <a:cs typeface="Times New Roman"/>
                      </a:endParaRPr>
                    </a:p>
                  </a:txBody>
                  <a:tcPr marL="57150" marR="57150" marT="57150" marB="57150" anchor="ctr">
                    <a:solidFill>
                      <a:srgbClr val="002060"/>
                    </a:solidFill>
                  </a:tcPr>
                </a:tc>
                <a:tc>
                  <a:txBody>
                    <a:bodyPr/>
                    <a:lstStyle/>
                    <a:p>
                      <a:pPr>
                        <a:lnSpc>
                          <a:spcPct val="115000"/>
                        </a:lnSpc>
                        <a:spcAft>
                          <a:spcPts val="1000"/>
                        </a:spcAft>
                      </a:pPr>
                      <a:r>
                        <a:rPr lang="en-GB" sz="1600">
                          <a:effectLst/>
                        </a:rPr>
                        <a:t>Managers’ authority stems from their position within the organization.</a:t>
                      </a:r>
                      <a:endParaRPr lang="en-GB" sz="1600">
                        <a:effectLst/>
                        <a:latin typeface="Calibri"/>
                        <a:ea typeface="Calibri"/>
                        <a:cs typeface="Times New Roman"/>
                      </a:endParaRPr>
                    </a:p>
                  </a:txBody>
                  <a:tcPr marL="57150" marR="57150" marT="57150" marB="57150" anchor="ctr"/>
                </a:tc>
                <a:tc>
                  <a:txBody>
                    <a:bodyPr/>
                    <a:lstStyle/>
                    <a:p>
                      <a:pPr>
                        <a:lnSpc>
                          <a:spcPct val="115000"/>
                        </a:lnSpc>
                        <a:spcAft>
                          <a:spcPts val="1000"/>
                        </a:spcAft>
                      </a:pPr>
                      <a:r>
                        <a:rPr lang="en-GB" sz="1600" dirty="0">
                          <a:effectLst/>
                        </a:rPr>
                        <a:t>Leaders’ authority comes from personal relationships.</a:t>
                      </a:r>
                      <a:endParaRPr lang="en-GB" sz="1600" dirty="0">
                        <a:effectLst/>
                        <a:latin typeface="Calibri"/>
                        <a:ea typeface="Calibri"/>
                        <a:cs typeface="Times New Roman"/>
                      </a:endParaRPr>
                    </a:p>
                  </a:txBody>
                  <a:tcPr marL="57150" marR="57150" marT="57150" marB="57150" anchor="ctr"/>
                </a:tc>
                <a:extLst>
                  <a:ext uri="{0D108BD9-81ED-4DB2-BD59-A6C34878D82A}">
                    <a16:rowId xmlns:a16="http://schemas.microsoft.com/office/drawing/2014/main" val="10002"/>
                  </a:ext>
                </a:extLst>
              </a:tr>
              <a:tr h="1366565">
                <a:tc>
                  <a:txBody>
                    <a:bodyPr/>
                    <a:lstStyle/>
                    <a:p>
                      <a:pPr>
                        <a:lnSpc>
                          <a:spcPct val="115000"/>
                        </a:lnSpc>
                        <a:spcAft>
                          <a:spcPts val="1000"/>
                        </a:spcAft>
                      </a:pPr>
                      <a:r>
                        <a:rPr lang="en-GB" sz="1600" dirty="0">
                          <a:effectLst/>
                        </a:rPr>
                        <a:t>Where They Are Found</a:t>
                      </a:r>
                      <a:endParaRPr lang="en-GB" sz="1600" dirty="0">
                        <a:effectLst/>
                        <a:latin typeface="Calibri"/>
                        <a:ea typeface="Calibri"/>
                        <a:cs typeface="Times New Roman"/>
                      </a:endParaRPr>
                    </a:p>
                  </a:txBody>
                  <a:tcPr marL="57150" marR="57150" marT="57150" marB="57150" anchor="ctr">
                    <a:solidFill>
                      <a:srgbClr val="002060"/>
                    </a:solidFill>
                  </a:tcPr>
                </a:tc>
                <a:tc>
                  <a:txBody>
                    <a:bodyPr/>
                    <a:lstStyle/>
                    <a:p>
                      <a:pPr>
                        <a:lnSpc>
                          <a:spcPct val="115000"/>
                        </a:lnSpc>
                        <a:spcAft>
                          <a:spcPts val="1000"/>
                        </a:spcAft>
                      </a:pPr>
                      <a:r>
                        <a:rPr lang="en-GB" sz="1600">
                          <a:effectLst/>
                        </a:rPr>
                        <a:t>Managers are department head administrators and supervisors.</a:t>
                      </a:r>
                      <a:endParaRPr lang="en-GB" sz="1600">
                        <a:effectLst/>
                        <a:latin typeface="Calibri"/>
                        <a:ea typeface="Calibri"/>
                        <a:cs typeface="Times New Roman"/>
                      </a:endParaRPr>
                    </a:p>
                  </a:txBody>
                  <a:tcPr marL="57150" marR="57150" marT="57150" marB="57150" anchor="ctr"/>
                </a:tc>
                <a:tc>
                  <a:txBody>
                    <a:bodyPr/>
                    <a:lstStyle/>
                    <a:p>
                      <a:pPr>
                        <a:lnSpc>
                          <a:spcPct val="115000"/>
                        </a:lnSpc>
                        <a:spcAft>
                          <a:spcPts val="1000"/>
                        </a:spcAft>
                      </a:pPr>
                      <a:r>
                        <a:rPr lang="en-GB" sz="1600" dirty="0">
                          <a:effectLst/>
                        </a:rPr>
                        <a:t>Leaders may be found anywhere from the loading dock to the boardroom.</a:t>
                      </a:r>
                      <a:endParaRPr lang="en-GB" sz="1600" dirty="0">
                        <a:effectLst/>
                        <a:latin typeface="Calibri"/>
                        <a:ea typeface="Calibri"/>
                        <a:cs typeface="Times New Roman"/>
                      </a:endParaRPr>
                    </a:p>
                  </a:txBody>
                  <a:tcPr marL="57150" marR="57150" marT="57150" marB="5715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235208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88331" y="5517232"/>
            <a:ext cx="8229600" cy="1143000"/>
          </a:xfrm>
        </p:spPr>
        <p:txBody>
          <a:bodyPr>
            <a:normAutofit/>
          </a:bodyPr>
          <a:lstStyle/>
          <a:p>
            <a:pPr algn="l"/>
            <a:r>
              <a:rPr lang="en-GB" sz="2000" dirty="0" err="1">
                <a:solidFill>
                  <a:schemeClr val="tx1"/>
                </a:solidFill>
              </a:rPr>
              <a:t>Bennis</a:t>
            </a:r>
            <a:r>
              <a:rPr lang="en-GB" sz="2000" dirty="0">
                <a:solidFill>
                  <a:schemeClr val="tx1"/>
                </a:solidFill>
              </a:rPr>
              <a:t>, W. (2010) </a:t>
            </a:r>
            <a:r>
              <a:rPr lang="en-GB" sz="2000" i="1" dirty="0">
                <a:solidFill>
                  <a:schemeClr val="tx1"/>
                </a:solidFill>
              </a:rPr>
              <a:t>Learning to Lead: A Workbook on Becoming a Leader</a:t>
            </a:r>
            <a:r>
              <a:rPr lang="en-GB" sz="2000" dirty="0">
                <a:solidFill>
                  <a:schemeClr val="tx1"/>
                </a:solidFill>
              </a:rPr>
              <a:t>, 4th (</a:t>
            </a:r>
            <a:r>
              <a:rPr lang="en-GB" sz="2000" dirty="0" err="1">
                <a:solidFill>
                  <a:schemeClr val="tx1"/>
                </a:solidFill>
              </a:rPr>
              <a:t>ed</a:t>
            </a:r>
            <a:r>
              <a:rPr lang="en-GB" sz="2000" dirty="0">
                <a:solidFill>
                  <a:schemeClr val="tx1"/>
                </a:solidFill>
              </a:rPr>
              <a:t>). New York</a:t>
            </a:r>
            <a:r>
              <a:rPr lang="en-GB" sz="2000" dirty="0"/>
              <a:t>: Basic Books.</a:t>
            </a:r>
          </a:p>
        </p:txBody>
      </p:sp>
      <p:sp>
        <p:nvSpPr>
          <p:cNvPr id="3" name="Content Placeholder 2"/>
          <p:cNvSpPr>
            <a:spLocks noGrp="1"/>
          </p:cNvSpPr>
          <p:nvPr>
            <p:ph idx="1"/>
          </p:nvPr>
        </p:nvSpPr>
        <p:spPr>
          <a:xfrm>
            <a:off x="611560" y="2132856"/>
            <a:ext cx="8219256" cy="3744416"/>
          </a:xfrm>
        </p:spPr>
        <p:txBody>
          <a:bodyPr/>
          <a:lstStyle/>
          <a:p>
            <a:pPr marL="400050" lvl="1" indent="0">
              <a:buNone/>
            </a:pPr>
            <a:r>
              <a:rPr lang="en-GB" sz="3200" i="1" dirty="0"/>
              <a:t>“There is a profound difference between management and leadership. . . . Managers are people who do things right and leaders are people who do the right thing.”</a:t>
            </a:r>
          </a:p>
          <a:p>
            <a:pPr marL="0" indent="0">
              <a:buNone/>
            </a:pPr>
            <a:endParaRPr lang="en-GB" dirty="0"/>
          </a:p>
        </p:txBody>
      </p:sp>
      <p:sp>
        <p:nvSpPr>
          <p:cNvPr id="4" name="Title 1">
            <a:extLst>
              <a:ext uri="{FF2B5EF4-FFF2-40B4-BE49-F238E27FC236}">
                <a16:creationId xmlns:a16="http://schemas.microsoft.com/office/drawing/2014/main" id="{9B9052C8-CEB8-4639-91C5-FAA1FB4E46D8}"/>
              </a:ext>
            </a:extLst>
          </p:cNvPr>
          <p:cNvSpPr txBox="1">
            <a:spLocks/>
          </p:cNvSpPr>
          <p:nvPr/>
        </p:nvSpPr>
        <p:spPr>
          <a:xfrm>
            <a:off x="457200" y="274638"/>
            <a:ext cx="8229600" cy="1143000"/>
          </a:xfrm>
          <a:prstGeom prst="rect">
            <a:avLst/>
          </a:prstGeom>
        </p:spPr>
        <p:txBody>
          <a:bodyPr vert="horz" lIns="91440" tIns="45720" rIns="91440" bIns="45720" rtlCol="0" anchor="ctr">
            <a:normAutofit fontScale="9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fontAlgn="auto">
              <a:spcAft>
                <a:spcPts val="0"/>
              </a:spcAft>
            </a:pPr>
            <a:r>
              <a:rPr lang="en-GB"/>
              <a:t>Managers versus Leaders</a:t>
            </a:r>
            <a:r>
              <a:rPr lang="en-GB" b="1">
                <a:solidFill>
                  <a:schemeClr val="bg1"/>
                </a:solidFill>
              </a:rPr>
              <a:t> (1977/1992)</a:t>
            </a:r>
            <a:endParaRPr lang="en-GB" b="1" dirty="0">
              <a:solidFill>
                <a:schemeClr val="bg1"/>
              </a:solidFill>
            </a:endParaRPr>
          </a:p>
        </p:txBody>
      </p:sp>
      <p:sp>
        <p:nvSpPr>
          <p:cNvPr id="5" name="TextBox 4">
            <a:extLst>
              <a:ext uri="{FF2B5EF4-FFF2-40B4-BE49-F238E27FC236}">
                <a16:creationId xmlns:a16="http://schemas.microsoft.com/office/drawing/2014/main" id="{2DA45B91-2220-43D0-A604-F99A67A86ABD}"/>
              </a:ext>
            </a:extLst>
          </p:cNvPr>
          <p:cNvSpPr txBox="1"/>
          <p:nvPr/>
        </p:nvSpPr>
        <p:spPr>
          <a:xfrm>
            <a:off x="4860032" y="4574848"/>
            <a:ext cx="3049488" cy="584775"/>
          </a:xfrm>
          <a:prstGeom prst="rect">
            <a:avLst/>
          </a:prstGeom>
          <a:noFill/>
        </p:spPr>
        <p:txBody>
          <a:bodyPr wrap="square" rtlCol="0">
            <a:spAutoFit/>
          </a:bodyPr>
          <a:lstStyle/>
          <a:p>
            <a:r>
              <a:rPr lang="en-GB" b="1" dirty="0">
                <a:highlight>
                  <a:srgbClr val="FFFF00"/>
                </a:highlight>
              </a:rPr>
              <a:t>Are you more of a manager or leader?</a:t>
            </a:r>
          </a:p>
        </p:txBody>
      </p:sp>
    </p:spTree>
    <p:extLst>
      <p:ext uri="{BB962C8B-B14F-4D97-AF65-F5344CB8AC3E}">
        <p14:creationId xmlns:p14="http://schemas.microsoft.com/office/powerpoint/2010/main" val="23677890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2E84F6-6986-A4A3-7F2C-8F7BF84AA50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46" y="554152"/>
            <a:ext cx="4306641"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23D069-9B98-D26F-0EDB-B1FC0DDB62C5}"/>
              </a:ext>
            </a:extLst>
          </p:cNvPr>
          <p:cNvSpPr>
            <a:spLocks noGrp="1"/>
          </p:cNvSpPr>
          <p:nvPr>
            <p:ph type="title"/>
          </p:nvPr>
        </p:nvSpPr>
        <p:spPr>
          <a:xfrm>
            <a:off x="933804" y="1289765"/>
            <a:ext cx="2738325" cy="4270963"/>
          </a:xfrm>
        </p:spPr>
        <p:txBody>
          <a:bodyPr anchor="ctr">
            <a:normAutofit/>
          </a:bodyPr>
          <a:lstStyle/>
          <a:p>
            <a:r>
              <a:rPr lang="en-ZA" sz="4900">
                <a:solidFill>
                  <a:srgbClr val="FFFFFF"/>
                </a:solidFill>
              </a:rPr>
              <a:t>Exercise 2</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619" y="374394"/>
            <a:ext cx="128637"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581" y="1084507"/>
            <a:ext cx="118159"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E9474A0A-C681-BC7D-8AD8-08D491EA135B}"/>
              </a:ext>
            </a:extLst>
          </p:cNvPr>
          <p:cNvSpPr>
            <a:spLocks noGrp="1"/>
          </p:cNvSpPr>
          <p:nvPr>
            <p:ph idx="1"/>
          </p:nvPr>
        </p:nvSpPr>
        <p:spPr>
          <a:xfrm>
            <a:off x="4722924" y="518400"/>
            <a:ext cx="3578706" cy="5837949"/>
          </a:xfrm>
        </p:spPr>
        <p:txBody>
          <a:bodyPr anchor="ctr">
            <a:normAutofit/>
          </a:bodyPr>
          <a:lstStyle/>
          <a:p>
            <a:pPr>
              <a:buNone/>
            </a:pPr>
            <a:r>
              <a:rPr lang="en-ZA" sz="1700" b="1">
                <a:solidFill>
                  <a:schemeClr val="tx1">
                    <a:alpha val="80000"/>
                  </a:schemeClr>
                </a:solidFill>
              </a:rPr>
              <a:t>Activity 4: Leadership Traits Reflection</a:t>
            </a:r>
          </a:p>
          <a:p>
            <a:pPr>
              <a:buNone/>
            </a:pPr>
            <a:r>
              <a:rPr lang="en-ZA" sz="1700" b="1">
                <a:solidFill>
                  <a:schemeClr val="tx1">
                    <a:alpha val="80000"/>
                  </a:schemeClr>
                </a:solidFill>
              </a:rPr>
              <a:t>Time:</a:t>
            </a:r>
            <a:r>
              <a:rPr lang="en-ZA" sz="1700">
                <a:solidFill>
                  <a:schemeClr val="tx1">
                    <a:alpha val="80000"/>
                  </a:schemeClr>
                </a:solidFill>
              </a:rPr>
              <a:t> 10 minutes</a:t>
            </a:r>
          </a:p>
          <a:p>
            <a:pPr>
              <a:buNone/>
            </a:pPr>
            <a:r>
              <a:rPr lang="en-ZA" sz="1700">
                <a:solidFill>
                  <a:schemeClr val="tx1">
                    <a:alpha val="80000"/>
                  </a:schemeClr>
                </a:solidFill>
              </a:rPr>
              <a:t>Choose </a:t>
            </a:r>
            <a:r>
              <a:rPr lang="en-ZA" sz="1700" b="1">
                <a:solidFill>
                  <a:schemeClr val="tx1">
                    <a:alpha val="80000"/>
                  </a:schemeClr>
                </a:solidFill>
              </a:rPr>
              <a:t>three leadership traits</a:t>
            </a:r>
            <a:r>
              <a:rPr lang="en-ZA" sz="1700">
                <a:solidFill>
                  <a:schemeClr val="tx1">
                    <a:alpha val="80000"/>
                  </a:schemeClr>
                </a:solidFill>
              </a:rPr>
              <a:t> you believe you possess:</a:t>
            </a:r>
          </a:p>
          <a:p>
            <a:pPr lvl="1">
              <a:buFont typeface="Arial" panose="020B0604020202020204" pitchFamily="34" charset="0"/>
              <a:buChar char="•"/>
            </a:pPr>
            <a:r>
              <a:rPr lang="en-ZA" sz="1700">
                <a:solidFill>
                  <a:schemeClr val="tx1">
                    <a:alpha val="80000"/>
                  </a:schemeClr>
                </a:solidFill>
              </a:rPr>
              <a:t>Self-confidence</a:t>
            </a:r>
          </a:p>
          <a:p>
            <a:pPr lvl="1">
              <a:buFont typeface="Arial" panose="020B0604020202020204" pitchFamily="34" charset="0"/>
              <a:buChar char="•"/>
            </a:pPr>
            <a:r>
              <a:rPr lang="en-ZA" sz="1700">
                <a:solidFill>
                  <a:schemeClr val="tx1">
                    <a:alpha val="80000"/>
                  </a:schemeClr>
                </a:solidFill>
              </a:rPr>
              <a:t>Integrity</a:t>
            </a:r>
          </a:p>
          <a:p>
            <a:pPr lvl="1">
              <a:buFont typeface="Arial" panose="020B0604020202020204" pitchFamily="34" charset="0"/>
              <a:buChar char="•"/>
            </a:pPr>
            <a:r>
              <a:rPr lang="en-ZA" sz="1700">
                <a:solidFill>
                  <a:schemeClr val="tx1">
                    <a:alpha val="80000"/>
                  </a:schemeClr>
                </a:solidFill>
              </a:rPr>
              <a:t>Optimism</a:t>
            </a:r>
          </a:p>
          <a:p>
            <a:pPr lvl="1">
              <a:buFont typeface="Arial" panose="020B0604020202020204" pitchFamily="34" charset="0"/>
              <a:buChar char="•"/>
            </a:pPr>
            <a:r>
              <a:rPr lang="en-ZA" sz="1700">
                <a:solidFill>
                  <a:schemeClr val="tx1">
                    <a:alpha val="80000"/>
                  </a:schemeClr>
                </a:solidFill>
              </a:rPr>
              <a:t>Desire to lead</a:t>
            </a:r>
          </a:p>
          <a:p>
            <a:pPr lvl="1">
              <a:buFont typeface="Arial" panose="020B0604020202020204" pitchFamily="34" charset="0"/>
              <a:buChar char="•"/>
            </a:pPr>
            <a:r>
              <a:rPr lang="en-ZA" sz="1700">
                <a:solidFill>
                  <a:schemeClr val="tx1">
                    <a:alpha val="80000"/>
                  </a:schemeClr>
                </a:solidFill>
              </a:rPr>
              <a:t>Interpersonal skills</a:t>
            </a:r>
          </a:p>
          <a:p>
            <a:pPr lvl="1">
              <a:buFont typeface="Arial" panose="020B0604020202020204" pitchFamily="34" charset="0"/>
              <a:buChar char="•"/>
            </a:pPr>
            <a:r>
              <a:rPr lang="en-ZA" sz="1700">
                <a:solidFill>
                  <a:schemeClr val="tx1">
                    <a:alpha val="80000"/>
                  </a:schemeClr>
                </a:solidFill>
              </a:rPr>
              <a:t>Independence</a:t>
            </a:r>
          </a:p>
          <a:p>
            <a:pPr>
              <a:buNone/>
            </a:pPr>
            <a:r>
              <a:rPr lang="en-ZA" sz="1700">
                <a:solidFill>
                  <a:schemeClr val="tx1">
                    <a:alpha val="80000"/>
                  </a:schemeClr>
                </a:solidFill>
              </a:rPr>
              <a:t>Discuss in pairs:</a:t>
            </a:r>
          </a:p>
          <a:p>
            <a:pPr>
              <a:buFont typeface="Arial" panose="020B0604020202020204" pitchFamily="34" charset="0"/>
              <a:buChar char="•"/>
            </a:pPr>
            <a:r>
              <a:rPr lang="en-ZA" sz="1700">
                <a:solidFill>
                  <a:schemeClr val="tx1">
                    <a:alpha val="80000"/>
                  </a:schemeClr>
                </a:solidFill>
              </a:rPr>
              <a:t>Why did you choose these traits?</a:t>
            </a:r>
          </a:p>
          <a:p>
            <a:pPr>
              <a:buFont typeface="Arial" panose="020B0604020202020204" pitchFamily="34" charset="0"/>
              <a:buChar char="•"/>
            </a:pPr>
            <a:r>
              <a:rPr lang="en-ZA" sz="1700">
                <a:solidFill>
                  <a:schemeClr val="tx1">
                    <a:alpha val="80000"/>
                  </a:schemeClr>
                </a:solidFill>
              </a:rPr>
              <a:t>How can they help in a project team?</a:t>
            </a:r>
          </a:p>
          <a:p>
            <a:endParaRPr lang="en-ZA" sz="170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7410" y="5751820"/>
            <a:ext cx="84319"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38070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11912E-4387-6D50-E5B5-EA4F4F82B33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46" y="554152"/>
            <a:ext cx="4306641"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205278-FA9D-45A0-8907-DDEF8C29E026}"/>
              </a:ext>
            </a:extLst>
          </p:cNvPr>
          <p:cNvSpPr>
            <a:spLocks noGrp="1"/>
          </p:cNvSpPr>
          <p:nvPr>
            <p:ph type="title"/>
          </p:nvPr>
        </p:nvSpPr>
        <p:spPr>
          <a:xfrm>
            <a:off x="933804" y="1289765"/>
            <a:ext cx="2738325" cy="4270963"/>
          </a:xfrm>
        </p:spPr>
        <p:txBody>
          <a:bodyPr anchor="ctr">
            <a:normAutofit/>
          </a:bodyPr>
          <a:lstStyle/>
          <a:p>
            <a:r>
              <a:rPr lang="en-ZA" sz="4900">
                <a:solidFill>
                  <a:srgbClr val="FFFFFF"/>
                </a:solidFill>
              </a:rPr>
              <a:t>Exercise 3</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619" y="374394"/>
            <a:ext cx="128637"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581" y="1084507"/>
            <a:ext cx="118159"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FFDF99D7-F128-1F4A-C932-2B77B4700561}"/>
              </a:ext>
            </a:extLst>
          </p:cNvPr>
          <p:cNvSpPr>
            <a:spLocks noGrp="1"/>
          </p:cNvSpPr>
          <p:nvPr>
            <p:ph idx="1"/>
          </p:nvPr>
        </p:nvSpPr>
        <p:spPr>
          <a:xfrm>
            <a:off x="4722924" y="518400"/>
            <a:ext cx="3578706" cy="5837949"/>
          </a:xfrm>
        </p:spPr>
        <p:txBody>
          <a:bodyPr anchor="ctr">
            <a:normAutofit/>
          </a:bodyPr>
          <a:lstStyle/>
          <a:p>
            <a:r>
              <a:rPr lang="en-ZA" sz="1700">
                <a:solidFill>
                  <a:schemeClr val="tx1">
                    <a:alpha val="80000"/>
                  </a:schemeClr>
                </a:solidFill>
              </a:rPr>
              <a:t>Leadership Styles Role-Play</a:t>
            </a:r>
          </a:p>
          <a:p>
            <a:r>
              <a:rPr lang="en-ZA" sz="1700">
                <a:solidFill>
                  <a:schemeClr val="tx1">
                    <a:alpha val="80000"/>
                  </a:schemeClr>
                </a:solidFill>
              </a:rPr>
              <a:t>Time: 10 minutes</a:t>
            </a:r>
            <a:br>
              <a:rPr lang="en-ZA" sz="1700">
                <a:solidFill>
                  <a:schemeClr val="tx1">
                    <a:alpha val="80000"/>
                  </a:schemeClr>
                </a:solidFill>
              </a:rPr>
            </a:br>
            <a:r>
              <a:rPr lang="en-ZA" sz="1700">
                <a:solidFill>
                  <a:schemeClr val="tx1">
                    <a:alpha val="80000"/>
                  </a:schemeClr>
                </a:solidFill>
              </a:rPr>
              <a:t>Group size: 5 students</a:t>
            </a:r>
          </a:p>
          <a:p>
            <a:r>
              <a:rPr lang="en-ZA" sz="1700">
                <a:solidFill>
                  <a:schemeClr val="tx1">
                    <a:alpha val="80000"/>
                  </a:schemeClr>
                </a:solidFill>
              </a:rPr>
              <a:t>Scenario: A project team is behind schedule.</a:t>
            </a:r>
          </a:p>
          <a:p>
            <a:r>
              <a:rPr lang="en-ZA" sz="1700">
                <a:solidFill>
                  <a:schemeClr val="tx1">
                    <a:alpha val="80000"/>
                  </a:schemeClr>
                </a:solidFill>
              </a:rPr>
              <a:t>Assign leadership styles:</a:t>
            </a:r>
          </a:p>
          <a:p>
            <a:pPr lvl="1">
              <a:buFont typeface="Arial" panose="020B0604020202020204" pitchFamily="34" charset="0"/>
              <a:buChar char="•"/>
            </a:pPr>
            <a:r>
              <a:rPr lang="en-ZA" sz="1700">
                <a:solidFill>
                  <a:schemeClr val="tx1">
                    <a:alpha val="80000"/>
                  </a:schemeClr>
                </a:solidFill>
              </a:rPr>
              <a:t>Transactional leader</a:t>
            </a:r>
          </a:p>
          <a:p>
            <a:pPr lvl="1">
              <a:buFont typeface="Arial" panose="020B0604020202020204" pitchFamily="34" charset="0"/>
              <a:buChar char="•"/>
            </a:pPr>
            <a:r>
              <a:rPr lang="en-ZA" sz="1700">
                <a:solidFill>
                  <a:schemeClr val="tx1">
                    <a:alpha val="80000"/>
                  </a:schemeClr>
                </a:solidFill>
              </a:rPr>
              <a:t>Transformational leader</a:t>
            </a:r>
          </a:p>
          <a:p>
            <a:pPr lvl="1">
              <a:buFont typeface="Arial" panose="020B0604020202020204" pitchFamily="34" charset="0"/>
              <a:buChar char="•"/>
            </a:pPr>
            <a:r>
              <a:rPr lang="en-ZA" sz="1700">
                <a:solidFill>
                  <a:schemeClr val="tx1">
                    <a:alpha val="80000"/>
                  </a:schemeClr>
                </a:solidFill>
              </a:rPr>
              <a:t>Situational leader</a:t>
            </a:r>
          </a:p>
          <a:p>
            <a:pPr lvl="1">
              <a:buFont typeface="Arial" panose="020B0604020202020204" pitchFamily="34" charset="0"/>
              <a:buChar char="•"/>
            </a:pPr>
            <a:r>
              <a:rPr lang="en-ZA" sz="1700">
                <a:solidFill>
                  <a:schemeClr val="tx1">
                    <a:alpha val="80000"/>
                  </a:schemeClr>
                </a:solidFill>
              </a:rPr>
              <a:t>Servant leader</a:t>
            </a:r>
          </a:p>
          <a:p>
            <a:pPr lvl="0"/>
            <a:r>
              <a:rPr lang="en-ZA" sz="1700">
                <a:solidFill>
                  <a:schemeClr val="tx1">
                    <a:alpha val="80000"/>
                  </a:schemeClr>
                </a:solidFill>
              </a:rPr>
              <a:t>Which style worked best?</a:t>
            </a:r>
          </a:p>
          <a:p>
            <a:pPr lvl="0"/>
            <a:r>
              <a:rPr lang="en-ZA" sz="1700">
                <a:solidFill>
                  <a:schemeClr val="tx1">
                    <a:alpha val="80000"/>
                  </a:schemeClr>
                </a:solidFill>
              </a:rPr>
              <a:t>Why?</a:t>
            </a:r>
          </a:p>
          <a:p>
            <a:endParaRPr lang="en-ZA" sz="1700">
              <a:solidFill>
                <a:schemeClr val="tx1">
                  <a:alpha val="80000"/>
                </a:schemeClr>
              </a:solidFill>
            </a:endParaRP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7410" y="5751820"/>
            <a:ext cx="84319"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89621"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559388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1C1F7D-B507-1B4B-BDA3-C1C0D8D43628}"/>
              </a:ext>
            </a:extLst>
          </p:cNvPr>
          <p:cNvSpPr>
            <a:spLocks noGrp="1"/>
          </p:cNvSpPr>
          <p:nvPr>
            <p:ph idx="1"/>
          </p:nvPr>
        </p:nvSpPr>
        <p:spPr>
          <a:xfrm>
            <a:off x="412750" y="2205038"/>
            <a:ext cx="8229600" cy="4248298"/>
          </a:xfrm>
        </p:spPr>
        <p:txBody>
          <a:bodyPr>
            <a:normAutofit fontScale="77500" lnSpcReduction="20000"/>
          </a:bodyPr>
          <a:lstStyle/>
          <a:p>
            <a:r>
              <a:rPr lang="en-GB" dirty="0">
                <a:solidFill>
                  <a:schemeClr val="tx1"/>
                </a:solidFill>
              </a:rPr>
              <a:t>Judge, T.A., </a:t>
            </a:r>
            <a:r>
              <a:rPr lang="en-GB" dirty="0" err="1">
                <a:solidFill>
                  <a:schemeClr val="tx1"/>
                </a:solidFill>
              </a:rPr>
              <a:t>Piccola</a:t>
            </a:r>
            <a:r>
              <a:rPr lang="en-GB" dirty="0">
                <a:solidFill>
                  <a:schemeClr val="tx1"/>
                </a:solidFill>
              </a:rPr>
              <a:t>, R.F. and </a:t>
            </a:r>
            <a:r>
              <a:rPr lang="en-GB" dirty="0" err="1">
                <a:solidFill>
                  <a:schemeClr val="tx1"/>
                </a:solidFill>
              </a:rPr>
              <a:t>Kosalka</a:t>
            </a:r>
            <a:r>
              <a:rPr lang="en-GB" dirty="0">
                <a:solidFill>
                  <a:schemeClr val="tx1"/>
                </a:solidFill>
              </a:rPr>
              <a:t> T. (2009) The bright and dark sides of leader traits: A review and theoretical extension of the leader trait paradigm. </a:t>
            </a:r>
            <a:r>
              <a:rPr lang="en-GB" i="1" dirty="0">
                <a:solidFill>
                  <a:schemeClr val="tx1"/>
                </a:solidFill>
              </a:rPr>
              <a:t>The Leadership Quarterly, </a:t>
            </a:r>
            <a:r>
              <a:rPr lang="en-GB" dirty="0">
                <a:solidFill>
                  <a:schemeClr val="tx1"/>
                </a:solidFill>
              </a:rPr>
              <a:t>20: 855-875.</a:t>
            </a:r>
          </a:p>
          <a:p>
            <a:endParaRPr lang="en-GB" dirty="0">
              <a:solidFill>
                <a:schemeClr val="tx1"/>
              </a:solidFill>
            </a:endParaRPr>
          </a:p>
          <a:p>
            <a:r>
              <a:rPr lang="en-GB" dirty="0">
                <a:solidFill>
                  <a:schemeClr val="tx1"/>
                </a:solidFill>
              </a:rPr>
              <a:t>Northouse, P.G. (2010/2016) Chapter 2: The Trait Approach. In </a:t>
            </a:r>
            <a:r>
              <a:rPr lang="en-GB" i="1" dirty="0">
                <a:solidFill>
                  <a:schemeClr val="tx1"/>
                </a:solidFill>
              </a:rPr>
              <a:t>Leadership: Theory and Practice. </a:t>
            </a:r>
            <a:r>
              <a:rPr lang="en-GB" dirty="0">
                <a:solidFill>
                  <a:schemeClr val="tx1"/>
                </a:solidFill>
              </a:rPr>
              <a:t>Thousand Oaks: Sage.</a:t>
            </a:r>
          </a:p>
          <a:p>
            <a:endParaRPr lang="en-GB" dirty="0">
              <a:solidFill>
                <a:schemeClr val="tx1"/>
              </a:solidFill>
            </a:endParaRPr>
          </a:p>
          <a:p>
            <a:r>
              <a:rPr lang="en-GB" dirty="0">
                <a:solidFill>
                  <a:schemeClr val="tx1"/>
                </a:solidFill>
              </a:rPr>
              <a:t>Taylor, S. (2015) Trait theories of leaders and leadership: From ancient Greece to twenty-first century neuroscience. In B. Carroll, J. Ford, and S. Taylor (Eds.) </a:t>
            </a:r>
            <a:r>
              <a:rPr lang="en-GB" i="1" dirty="0">
                <a:solidFill>
                  <a:schemeClr val="tx1"/>
                </a:solidFill>
              </a:rPr>
              <a:t>Leadership: Contemporary Critical Perspectives.</a:t>
            </a:r>
            <a:r>
              <a:rPr lang="en-GB" dirty="0">
                <a:solidFill>
                  <a:schemeClr val="tx1"/>
                </a:solidFill>
              </a:rPr>
              <a:t> London: Sage, pp.26-44.</a:t>
            </a:r>
          </a:p>
          <a:p>
            <a:pPr marL="0" indent="0">
              <a:buNone/>
            </a:pPr>
            <a:r>
              <a:rPr lang="en-GB" dirty="0">
                <a:solidFill>
                  <a:schemeClr val="tx1"/>
                </a:solidFill>
              </a:rPr>
              <a:t> </a:t>
            </a:r>
          </a:p>
          <a:p>
            <a:r>
              <a:rPr lang="en-GB" dirty="0">
                <a:solidFill>
                  <a:schemeClr val="tx1"/>
                </a:solidFill>
              </a:rPr>
              <a:t>Yukl, G. (2010/2016) Chapter 2: Managerial Traits and Skills. In </a:t>
            </a:r>
            <a:r>
              <a:rPr lang="en-GB" i="1" dirty="0">
                <a:solidFill>
                  <a:schemeClr val="tx1"/>
                </a:solidFill>
              </a:rPr>
              <a:t>Leadership in Organisations</a:t>
            </a:r>
            <a:r>
              <a:rPr lang="en-GB" dirty="0">
                <a:solidFill>
                  <a:schemeClr val="tx1"/>
                </a:solidFill>
              </a:rPr>
              <a:t>. Upper Saddle River, N.J. ; Harlow : Pearson Education, pp.43-75.</a:t>
            </a:r>
          </a:p>
          <a:p>
            <a:pPr marL="0" indent="0">
              <a:buNone/>
            </a:pPr>
            <a:r>
              <a:rPr lang="en-GB" dirty="0">
                <a:solidFill>
                  <a:schemeClr val="tx1"/>
                </a:solidFill>
              </a:rPr>
              <a:t> </a:t>
            </a:r>
          </a:p>
          <a:p>
            <a:r>
              <a:rPr lang="en-GB" dirty="0" err="1">
                <a:solidFill>
                  <a:schemeClr val="tx1"/>
                </a:solidFill>
              </a:rPr>
              <a:t>Zaccaro</a:t>
            </a:r>
            <a:r>
              <a:rPr lang="en-GB" dirty="0">
                <a:solidFill>
                  <a:schemeClr val="tx1"/>
                </a:solidFill>
              </a:rPr>
              <a:t>, S.J. (2007) Trait-based perspectives of leadership. </a:t>
            </a:r>
            <a:r>
              <a:rPr lang="en-GB" i="1" dirty="0">
                <a:solidFill>
                  <a:schemeClr val="tx1"/>
                </a:solidFill>
              </a:rPr>
              <a:t> American Psychologist</a:t>
            </a:r>
            <a:r>
              <a:rPr lang="en-GB" dirty="0">
                <a:solidFill>
                  <a:schemeClr val="tx1"/>
                </a:solidFill>
              </a:rPr>
              <a:t>, 62(1): 6-16.</a:t>
            </a:r>
          </a:p>
          <a:p>
            <a:endParaRPr lang="en-GB" dirty="0"/>
          </a:p>
          <a:p>
            <a:endParaRPr lang="en-GB" dirty="0"/>
          </a:p>
        </p:txBody>
      </p:sp>
      <p:sp>
        <p:nvSpPr>
          <p:cNvPr id="2" name="Title 1">
            <a:extLst>
              <a:ext uri="{FF2B5EF4-FFF2-40B4-BE49-F238E27FC236}">
                <a16:creationId xmlns:a16="http://schemas.microsoft.com/office/drawing/2014/main" id="{5350D1D1-4007-BF40-9DDD-D7D39771C31E}"/>
              </a:ext>
            </a:extLst>
          </p:cNvPr>
          <p:cNvSpPr>
            <a:spLocks noGrp="1"/>
          </p:cNvSpPr>
          <p:nvPr>
            <p:ph type="title" idx="4294967295"/>
          </p:nvPr>
        </p:nvSpPr>
        <p:spPr>
          <a:xfrm>
            <a:off x="0" y="258763"/>
            <a:ext cx="8229600" cy="900112"/>
          </a:xfrm>
        </p:spPr>
        <p:txBody>
          <a:bodyPr/>
          <a:lstStyle/>
          <a:p>
            <a:r>
              <a:rPr lang="en-GB" b="1" dirty="0"/>
              <a:t>Further Reading</a:t>
            </a:r>
          </a:p>
        </p:txBody>
      </p:sp>
    </p:spTree>
    <p:extLst>
      <p:ext uri="{BB962C8B-B14F-4D97-AF65-F5344CB8AC3E}">
        <p14:creationId xmlns:p14="http://schemas.microsoft.com/office/powerpoint/2010/main" val="2012272943"/>
      </p:ext>
    </p:extLst>
  </p:cSld>
  <p:clrMapOvr>
    <a:masterClrMapping/>
  </p:clrMapOvr>
  <p:transition>
    <p:randomBar/>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AFFA1A-0DFC-4EEE-B8D8-071C768E1D5F}"/>
              </a:ext>
            </a:extLst>
          </p:cNvPr>
          <p:cNvSpPr>
            <a:spLocks noGrp="1"/>
          </p:cNvSpPr>
          <p:nvPr>
            <p:ph idx="1"/>
          </p:nvPr>
        </p:nvSpPr>
        <p:spPr>
          <a:xfrm>
            <a:off x="412750" y="2205038"/>
            <a:ext cx="8229600" cy="3960266"/>
          </a:xfrm>
        </p:spPr>
        <p:txBody>
          <a:bodyPr/>
          <a:lstStyle/>
          <a:p>
            <a:r>
              <a:rPr lang="en-GB" sz="1800" dirty="0">
                <a:solidFill>
                  <a:srgbClr val="000000"/>
                </a:solidFill>
                <a:effectLst/>
                <a:latin typeface="Arial" panose="020B0604020202020204" pitchFamily="34" charset="0"/>
                <a:ea typeface="Times New Roman" panose="02020603050405020304" pitchFamily="18" charset="0"/>
                <a:cs typeface="SabonMTPro-Regular"/>
              </a:rPr>
              <a:t>Bass, B. M. (2008). </a:t>
            </a:r>
            <a:r>
              <a:rPr lang="en-GB" sz="1800" i="1" dirty="0">
                <a:solidFill>
                  <a:srgbClr val="000000"/>
                </a:solidFill>
                <a:effectLst/>
                <a:latin typeface="Arial" panose="020B0604020202020204" pitchFamily="34" charset="0"/>
                <a:ea typeface="Times New Roman" panose="02020603050405020304" pitchFamily="18" charset="0"/>
                <a:cs typeface="SabonMTPro-Regular"/>
              </a:rPr>
              <a:t>The Bass handbook of leadership: Theory, research, &amp; managerial applications</a:t>
            </a:r>
            <a:r>
              <a:rPr lang="en-GB" sz="1800" dirty="0">
                <a:solidFill>
                  <a:srgbClr val="000000"/>
                </a:solidFill>
                <a:effectLst/>
                <a:latin typeface="Arial" panose="020B0604020202020204" pitchFamily="34" charset="0"/>
                <a:ea typeface="Times New Roman" panose="02020603050405020304" pitchFamily="18" charset="0"/>
                <a:cs typeface="SabonMTPro-Regular"/>
              </a:rPr>
              <a:t> (4th ed.). New York, NY: Free Press.</a:t>
            </a:r>
            <a:endParaRPr lang="en-GB" sz="1800" dirty="0">
              <a:solidFill>
                <a:srgbClr val="000000"/>
              </a:solidFill>
              <a:effectLst/>
              <a:latin typeface="SabonMTPro-Regular"/>
              <a:ea typeface="Times New Roman" panose="02020603050405020304" pitchFamily="18" charset="0"/>
              <a:cs typeface="SabonMTPro-Regular"/>
            </a:endParaRPr>
          </a:p>
          <a:p>
            <a:endParaRPr lang="en-GB" sz="1800" dirty="0">
              <a:solidFill>
                <a:srgbClr val="000000"/>
              </a:solidFill>
              <a:effectLst/>
              <a:latin typeface="Arial" panose="020B0604020202020204" pitchFamily="34" charset="0"/>
              <a:ea typeface="Times New Roman" panose="02020603050405020304" pitchFamily="18" charset="0"/>
              <a:cs typeface="SabonMTPro-Regular"/>
            </a:endParaRPr>
          </a:p>
          <a:p>
            <a:r>
              <a:rPr lang="en-GB" sz="1800" dirty="0">
                <a:solidFill>
                  <a:srgbClr val="000000"/>
                </a:solidFill>
                <a:effectLst/>
                <a:latin typeface="Arial" panose="020B0604020202020204" pitchFamily="34" charset="0"/>
                <a:ea typeface="Times New Roman" panose="02020603050405020304" pitchFamily="18" charset="0"/>
                <a:cs typeface="SabonMTPro-Regular"/>
              </a:rPr>
              <a:t>Daft, R. L. (2016). </a:t>
            </a:r>
            <a:r>
              <a:rPr lang="en-GB" sz="1800" i="1" dirty="0">
                <a:solidFill>
                  <a:srgbClr val="000000"/>
                </a:solidFill>
                <a:effectLst/>
                <a:latin typeface="Arial" panose="020B0604020202020204" pitchFamily="34" charset="0"/>
                <a:ea typeface="Times New Roman" panose="02020603050405020304" pitchFamily="18" charset="0"/>
                <a:cs typeface="SabonMTPro-Regular"/>
              </a:rPr>
              <a:t>Management.</a:t>
            </a:r>
            <a:r>
              <a:rPr lang="en-GB" sz="1800" dirty="0">
                <a:solidFill>
                  <a:srgbClr val="000000"/>
                </a:solidFill>
                <a:effectLst/>
                <a:latin typeface="Arial" panose="020B0604020202020204" pitchFamily="34" charset="0"/>
                <a:ea typeface="Times New Roman" panose="02020603050405020304" pitchFamily="18" charset="0"/>
                <a:cs typeface="SabonMTPro-Regular"/>
              </a:rPr>
              <a:t> London: CENGAGE Learning.</a:t>
            </a:r>
            <a:endParaRPr lang="en-GB" sz="1800" dirty="0">
              <a:solidFill>
                <a:srgbClr val="000000"/>
              </a:solidFill>
              <a:effectLst/>
              <a:latin typeface="SabonMTPro-Regular"/>
              <a:ea typeface="Times New Roman" panose="02020603050405020304" pitchFamily="18" charset="0"/>
              <a:cs typeface="SabonMTPro-Regular"/>
            </a:endParaRPr>
          </a:p>
          <a:p>
            <a:endParaRPr lang="en-GB" sz="1800" spc="25" dirty="0">
              <a:solidFill>
                <a:srgbClr val="000000"/>
              </a:solidFill>
              <a:effectLst/>
              <a:latin typeface="Arial" panose="020B0604020202020204" pitchFamily="34" charset="0"/>
              <a:ea typeface="Times New Roman" panose="02020603050405020304" pitchFamily="18" charset="0"/>
              <a:cs typeface="SabonMTPro-Regular"/>
            </a:endParaRPr>
          </a:p>
          <a:p>
            <a:r>
              <a:rPr lang="en-GB" sz="1800" spc="25" dirty="0">
                <a:solidFill>
                  <a:srgbClr val="000000"/>
                </a:solidFill>
                <a:effectLst/>
                <a:latin typeface="Arial" panose="020B0604020202020204" pitchFamily="34" charset="0"/>
                <a:ea typeface="Times New Roman" panose="02020603050405020304" pitchFamily="18" charset="0"/>
                <a:cs typeface="SabonMTPro-Regular"/>
              </a:rPr>
              <a:t>McCleskey, J. (2014). Situational, Transformational, and Transactional Leadership and Leadership Development. </a:t>
            </a:r>
            <a:r>
              <a:rPr lang="en-GB" sz="1800" i="1" spc="25" dirty="0">
                <a:solidFill>
                  <a:srgbClr val="000000"/>
                </a:solidFill>
                <a:effectLst/>
                <a:latin typeface="Arial" panose="020B0604020202020204" pitchFamily="34" charset="0"/>
                <a:ea typeface="Times New Roman" panose="02020603050405020304" pitchFamily="18" charset="0"/>
                <a:cs typeface="SabonMTPro-Regular"/>
              </a:rPr>
              <a:t>Journal of Business Studies Quarterly</a:t>
            </a:r>
            <a:r>
              <a:rPr lang="en-GB" sz="1800" spc="25" dirty="0">
                <a:solidFill>
                  <a:srgbClr val="000000"/>
                </a:solidFill>
                <a:effectLst/>
                <a:latin typeface="Arial" panose="020B0604020202020204" pitchFamily="34" charset="0"/>
                <a:ea typeface="Times New Roman" panose="02020603050405020304" pitchFamily="18" charset="0"/>
                <a:cs typeface="SabonMTPro-Regular"/>
              </a:rPr>
              <a:t>. 5(4). Pp. 117-130.</a:t>
            </a:r>
            <a:endParaRPr lang="en-GB" sz="1800" dirty="0">
              <a:solidFill>
                <a:srgbClr val="000000"/>
              </a:solidFill>
              <a:effectLst/>
              <a:latin typeface="SabonMTPro-Regular"/>
              <a:ea typeface="Times New Roman" panose="02020603050405020304" pitchFamily="18" charset="0"/>
              <a:cs typeface="SabonMTPro-Regular"/>
            </a:endParaRPr>
          </a:p>
          <a:p>
            <a:endParaRPr lang="en-GB" dirty="0"/>
          </a:p>
          <a:p>
            <a:r>
              <a:rPr lang="en-GB" sz="1800" dirty="0">
                <a:solidFill>
                  <a:srgbClr val="000000"/>
                </a:solidFill>
                <a:effectLst/>
                <a:latin typeface="Arial" panose="020B0604020202020204" pitchFamily="34" charset="0"/>
                <a:ea typeface="Times New Roman" panose="02020603050405020304" pitchFamily="18" charset="0"/>
                <a:cs typeface="SabonMTPro-Regular"/>
              </a:rPr>
              <a:t>Tracy, B. (2014). </a:t>
            </a:r>
            <a:r>
              <a:rPr lang="en-GB" sz="1800" i="1" dirty="0">
                <a:solidFill>
                  <a:srgbClr val="000000"/>
                </a:solidFill>
                <a:effectLst/>
                <a:latin typeface="Arial" panose="020B0604020202020204" pitchFamily="34" charset="0"/>
                <a:ea typeface="Times New Roman" panose="02020603050405020304" pitchFamily="18" charset="0"/>
                <a:cs typeface="SabonMTPro-Regular"/>
              </a:rPr>
              <a:t>Leadership</a:t>
            </a:r>
            <a:r>
              <a:rPr lang="en-GB" sz="1800" dirty="0">
                <a:solidFill>
                  <a:srgbClr val="000000"/>
                </a:solidFill>
                <a:effectLst/>
                <a:latin typeface="Arial" panose="020B0604020202020204" pitchFamily="34" charset="0"/>
                <a:ea typeface="Times New Roman" panose="02020603050405020304" pitchFamily="18" charset="0"/>
                <a:cs typeface="SabonMTPro-Regular"/>
              </a:rPr>
              <a:t>. New York: American Management Association.</a:t>
            </a:r>
            <a:endParaRPr lang="en-GB" sz="1800" dirty="0">
              <a:solidFill>
                <a:srgbClr val="000000"/>
              </a:solidFill>
              <a:effectLst/>
              <a:latin typeface="SabonMTPro-Regular"/>
              <a:ea typeface="Times New Roman" panose="02020603050405020304" pitchFamily="18" charset="0"/>
              <a:cs typeface="SabonMTPro-Regular"/>
            </a:endParaRPr>
          </a:p>
          <a:p>
            <a:endParaRPr lang="en-GB" dirty="0"/>
          </a:p>
        </p:txBody>
      </p:sp>
      <p:sp>
        <p:nvSpPr>
          <p:cNvPr id="2" name="Title 1">
            <a:extLst>
              <a:ext uri="{FF2B5EF4-FFF2-40B4-BE49-F238E27FC236}">
                <a16:creationId xmlns:a16="http://schemas.microsoft.com/office/drawing/2014/main" id="{CB3753E0-BE59-48B0-8653-703A85C6F687}"/>
              </a:ext>
            </a:extLst>
          </p:cNvPr>
          <p:cNvSpPr>
            <a:spLocks noGrp="1"/>
          </p:cNvSpPr>
          <p:nvPr>
            <p:ph type="title" idx="4294967295"/>
          </p:nvPr>
        </p:nvSpPr>
        <p:spPr>
          <a:xfrm>
            <a:off x="0" y="258763"/>
            <a:ext cx="8229600" cy="900112"/>
          </a:xfrm>
        </p:spPr>
        <p:txBody>
          <a:bodyPr/>
          <a:lstStyle/>
          <a:p>
            <a:r>
              <a:rPr lang="en-GB" b="1" dirty="0"/>
              <a:t>Further Reading</a:t>
            </a:r>
            <a:endParaRPr lang="en-GB" dirty="0"/>
          </a:p>
        </p:txBody>
      </p:sp>
    </p:spTree>
    <p:extLst>
      <p:ext uri="{BB962C8B-B14F-4D97-AF65-F5344CB8AC3E}">
        <p14:creationId xmlns:p14="http://schemas.microsoft.com/office/powerpoint/2010/main" val="2159185408"/>
      </p:ext>
    </p:extLst>
  </p:cSld>
  <p:clrMapOvr>
    <a:masterClrMapping/>
  </p:clrMapOvr>
  <p:transition>
    <p:randomBar/>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089CD2-ABA0-416C-9927-4E862687A3E3}"/>
              </a:ext>
            </a:extLst>
          </p:cNvPr>
          <p:cNvSpPr>
            <a:spLocks noGrp="1"/>
          </p:cNvSpPr>
          <p:nvPr>
            <p:ph idx="1"/>
          </p:nvPr>
        </p:nvSpPr>
        <p:spPr/>
        <p:txBody>
          <a:bodyPr/>
          <a:lstStyle/>
          <a:p>
            <a:pPr marL="0" indent="0" algn="ctr">
              <a:buNone/>
            </a:pPr>
            <a:endParaRPr lang="en-GB" sz="6000" dirty="0"/>
          </a:p>
          <a:p>
            <a:pPr marL="0" indent="0" algn="ctr">
              <a:buNone/>
            </a:pPr>
            <a:r>
              <a:rPr lang="en-GB" sz="6000" dirty="0"/>
              <a:t>Any Questions?</a:t>
            </a:r>
          </a:p>
          <a:p>
            <a:endParaRPr lang="en-GB" dirty="0"/>
          </a:p>
          <a:p>
            <a:pPr marL="0" indent="0">
              <a:buNone/>
            </a:pPr>
            <a:endParaRPr lang="en-GB" dirty="0"/>
          </a:p>
        </p:txBody>
      </p:sp>
      <p:sp>
        <p:nvSpPr>
          <p:cNvPr id="2" name="Title 1">
            <a:extLst>
              <a:ext uri="{FF2B5EF4-FFF2-40B4-BE49-F238E27FC236}">
                <a16:creationId xmlns:a16="http://schemas.microsoft.com/office/drawing/2014/main" id="{3CBA244A-A3BA-46F4-B258-36489A7363E0}"/>
              </a:ext>
            </a:extLst>
          </p:cNvPr>
          <p:cNvSpPr>
            <a:spLocks noGrp="1"/>
          </p:cNvSpPr>
          <p:nvPr>
            <p:ph type="title" idx="4294967295"/>
          </p:nvPr>
        </p:nvSpPr>
        <p:spPr>
          <a:xfrm>
            <a:off x="0" y="258763"/>
            <a:ext cx="8229600" cy="900112"/>
          </a:xfrm>
        </p:spPr>
        <p:txBody>
          <a:bodyPr/>
          <a:lstStyle/>
          <a:p>
            <a:r>
              <a:rPr lang="en-GB"/>
              <a:t>Leadership</a:t>
            </a:r>
            <a:endParaRPr lang="en-GB" dirty="0"/>
          </a:p>
        </p:txBody>
      </p:sp>
    </p:spTree>
    <p:extLst>
      <p:ext uri="{BB962C8B-B14F-4D97-AF65-F5344CB8AC3E}">
        <p14:creationId xmlns:p14="http://schemas.microsoft.com/office/powerpoint/2010/main" val="680779410"/>
      </p:ext>
    </p:extLst>
  </p:cSld>
  <p:clrMapOvr>
    <a:masterClrMapping/>
  </p:clrMapOvr>
  <p:transition>
    <p:randomBar/>
  </p:transition>
</p:sld>
</file>

<file path=ppt/theme/theme1.xml><?xml version="1.0" encoding="utf-8"?>
<a:theme xmlns:a="http://schemas.openxmlformats.org/drawingml/2006/main" name="White">
  <a:themeElements>
    <a:clrScheme name="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Whi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Whi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Whi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Whi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Whi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Whi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Whi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Whi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Whi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Whi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Whi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Whi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University of Huddersfield">
  <a:themeElements>
    <a:clrScheme name="University of Huddersfiel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University of Huddersfie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University of Huddersfield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University of Huddersfield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University of Huddersfield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University of Huddersfield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University of Huddersfield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University of Huddersfield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University of Huddersfield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University of Huddersfield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University of Huddersfield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University of Huddersfield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University of Huddersfield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University of Huddersfield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ink">
  <a:themeElements>
    <a:clrScheme name="Pi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Pi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Pi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Pi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Pi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Pi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Pi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Pi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Pink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Pi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Pi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Pi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Pi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Pi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Green">
  <a:themeElements>
    <a:clrScheme name="Gre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Gree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Gree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ree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ree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ree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ree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ree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ree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ree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ree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ree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ree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ree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1_White">
  <a:themeElements>
    <a:clrScheme name="1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Whi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1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Whi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Whi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Whi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Whi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Whi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Whi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Whi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Whi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Whi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Whi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Whi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White">
  <a:themeElements>
    <a:clrScheme name="2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Whi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2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Whi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Whi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Whi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Whi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Whi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Whi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Whi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Whi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Whi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Whi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Whi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3_White">
  <a:themeElements>
    <a:clrScheme name="3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Whi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3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Whi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Whi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Whi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Whi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Whi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Whi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Whi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Whi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Whi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Whi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Whi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4_White">
  <a:themeElements>
    <a:clrScheme name="4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4_Whi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4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_Whi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_Whi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_Whi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_Whi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_Whi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_Whi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_Whi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_Whi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_Whi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_Whi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_Whi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5_White">
  <a:themeElements>
    <a:clrScheme name="5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5_Whi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5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5_Whi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5_Whi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5_Whi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5_Whi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5_Whi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5_Whi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5_Whi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5_Whi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5_Whi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5_Whi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5_Whi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6_White">
  <a:themeElements>
    <a:clrScheme name="6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6_Whi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6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6_Whi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6_Whi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6_Whi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6_Whi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6_Whi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6_Whi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6_Whi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6_Whi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6_Whi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6_Whi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6_Whi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7_White">
  <a:themeElements>
    <a:clrScheme name="7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7_Whi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7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Whi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Whi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Whi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Whi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Whi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Whi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Whi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Whi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Whi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Whi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Whi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8_White">
  <a:themeElements>
    <a:clrScheme name="8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8_Whi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0" lang="en-GB" sz="1600" b="0" i="0" u="none" strike="noStrike" cap="none" normalizeH="0" baseline="0" smtClean="0">
            <a:ln>
              <a:noFill/>
            </a:ln>
            <a:solidFill>
              <a:schemeClr val="tx1"/>
            </a:solidFill>
            <a:effectLst/>
            <a:latin typeface="Arial" charset="0"/>
          </a:defRPr>
        </a:defPPr>
      </a:lstStyle>
    </a:lnDef>
  </a:objectDefaults>
  <a:extraClrSchemeLst>
    <a:extraClrScheme>
      <a:clrScheme name="8_Whi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8_Whi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8_Whi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8_Whi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8_Whi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8_Whi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8_Whi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8_Whi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8_Whi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8_Whi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8_Whi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8_Whi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4.xml><?xml version="1.0" encoding="utf-8"?>
<a:theme xmlns:a="http://schemas.openxmlformats.org/drawingml/2006/main" name="1_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15.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7.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318</TotalTime>
  <Words>3119</Words>
  <Application>Microsoft Office PowerPoint</Application>
  <PresentationFormat>On-screen Show (4:3)</PresentationFormat>
  <Paragraphs>281</Paragraphs>
  <Slides>36</Slides>
  <Notes>0</Notes>
  <HiddenSlides>0</HiddenSlides>
  <MMClips>0</MMClips>
  <ScaleCrop>false</ScaleCrop>
  <HeadingPairs>
    <vt:vector size="6" baseType="variant">
      <vt:variant>
        <vt:lpstr>Fonts Used</vt:lpstr>
      </vt:variant>
      <vt:variant>
        <vt:i4>7</vt:i4>
      </vt:variant>
      <vt:variant>
        <vt:lpstr>Theme</vt:lpstr>
      </vt:variant>
      <vt:variant>
        <vt:i4>15</vt:i4>
      </vt:variant>
      <vt:variant>
        <vt:lpstr>Slide Titles</vt:lpstr>
      </vt:variant>
      <vt:variant>
        <vt:i4>36</vt:i4>
      </vt:variant>
    </vt:vector>
  </HeadingPairs>
  <TitlesOfParts>
    <vt:vector size="58" baseType="lpstr">
      <vt:lpstr>Arial</vt:lpstr>
      <vt:lpstr>Calibri</vt:lpstr>
      <vt:lpstr>Calibri Light</vt:lpstr>
      <vt:lpstr>SabonMTPro-Regular</vt:lpstr>
      <vt:lpstr>Symbol</vt:lpstr>
      <vt:lpstr>Times New Roman</vt:lpstr>
      <vt:lpstr>Wingdings</vt:lpstr>
      <vt:lpstr>White</vt:lpstr>
      <vt:lpstr>University of Huddersfield</vt:lpstr>
      <vt:lpstr>Pink</vt:lpstr>
      <vt:lpstr>Green</vt:lpstr>
      <vt:lpstr>1_White</vt:lpstr>
      <vt:lpstr>2_White</vt:lpstr>
      <vt:lpstr>3_White</vt:lpstr>
      <vt:lpstr>4_White</vt:lpstr>
      <vt:lpstr>5_White</vt:lpstr>
      <vt:lpstr>6_White</vt:lpstr>
      <vt:lpstr>7_White</vt:lpstr>
      <vt:lpstr>8_White</vt:lpstr>
      <vt:lpstr>2_Office Theme</vt:lpstr>
      <vt:lpstr>1_Retrospect</vt:lpstr>
      <vt:lpstr>Retrospect</vt:lpstr>
      <vt:lpstr>PowerPoint Presentation</vt:lpstr>
      <vt:lpstr>LECTURE OVERVIEW</vt:lpstr>
      <vt:lpstr> LEARNING OUTCOMES </vt:lpstr>
      <vt:lpstr>What Is a Project? </vt:lpstr>
      <vt:lpstr>      Key features of projects: </vt:lpstr>
      <vt:lpstr>Projects vs Routine Operations </vt:lpstr>
      <vt:lpstr>Exercise 1</vt:lpstr>
      <vt:lpstr>What Is a Project Team? </vt:lpstr>
      <vt:lpstr>What is leadership?</vt:lpstr>
      <vt:lpstr>What is leadership?</vt:lpstr>
      <vt:lpstr>What is leadership?</vt:lpstr>
      <vt:lpstr>Leadership Traits?</vt:lpstr>
      <vt:lpstr>Kirkpatrick and Locke (1991: 49)</vt:lpstr>
      <vt:lpstr>PowerPoint Presentation</vt:lpstr>
      <vt:lpstr>Leadership traits</vt:lpstr>
      <vt:lpstr>PowerPoint Presentation</vt:lpstr>
      <vt:lpstr>Leadership styles</vt:lpstr>
      <vt:lpstr>Leadership styles</vt:lpstr>
      <vt:lpstr>Leadership styles</vt:lpstr>
      <vt:lpstr>Leadership styles</vt:lpstr>
      <vt:lpstr>Leadership styles</vt:lpstr>
      <vt:lpstr>Leadership styles</vt:lpstr>
      <vt:lpstr>Leadership styles</vt:lpstr>
      <vt:lpstr>Leadership styles</vt:lpstr>
      <vt:lpstr>Leadership styles</vt:lpstr>
      <vt:lpstr>Leadership styles</vt:lpstr>
      <vt:lpstr>Leadership styles</vt:lpstr>
      <vt:lpstr>Managers versus Leaders (1977/1992)</vt:lpstr>
      <vt:lpstr>PowerPoint Presentation</vt:lpstr>
      <vt:lpstr>PowerPoint Presentation</vt:lpstr>
      <vt:lpstr>Bennis, W. (2010) Learning to Lead: A Workbook on Becoming a Leader, 4th (ed). New York: Basic Books.</vt:lpstr>
      <vt:lpstr>Exercise 2</vt:lpstr>
      <vt:lpstr>Exercise 3</vt:lpstr>
      <vt:lpstr>Further Reading</vt:lpstr>
      <vt:lpstr>Further Reading</vt:lpstr>
      <vt:lpstr>Leadership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Simon Kelly</dc:creator>
  <cp:lastModifiedBy>Andrew Jenkins</cp:lastModifiedBy>
  <cp:revision>35</cp:revision>
  <dcterms:created xsi:type="dcterms:W3CDTF">2020-02-02T13:06:20Z</dcterms:created>
  <dcterms:modified xsi:type="dcterms:W3CDTF">2026-02-12T10:02:22Z</dcterms:modified>
</cp:coreProperties>
</file>